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9" r:id="rId4"/>
    <p:sldId id="258" r:id="rId5"/>
    <p:sldId id="262" r:id="rId6"/>
    <p:sldId id="276" r:id="rId7"/>
    <p:sldId id="264" r:id="rId8"/>
    <p:sldId id="270" r:id="rId9"/>
    <p:sldId id="271" r:id="rId10"/>
    <p:sldId id="272" r:id="rId11"/>
    <p:sldId id="273" r:id="rId12"/>
    <p:sldId id="274" r:id="rId13"/>
    <p:sldId id="277" r:id="rId14"/>
    <p:sldId id="275" r:id="rId15"/>
    <p:sldId id="278" r:id="rId16"/>
    <p:sldId id="265" r:id="rId17"/>
    <p:sldId id="266" r:id="rId18"/>
    <p:sldId id="268"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98" autoAdjust="0"/>
    <p:restoredTop sz="75849" autoAdjust="0"/>
  </p:normalViewPr>
  <p:slideViewPr>
    <p:cSldViewPr snapToGrid="0" snapToObjects="1">
      <p:cViewPr varScale="1">
        <p:scale>
          <a:sx n="89" d="100"/>
          <a:sy n="89" d="100"/>
        </p:scale>
        <p:origin x="1125" y="4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12805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ko-KR" dirty="0"/>
              <a:t>문제의 난이도 설정 방법: </a:t>
            </a:r>
          </a:p>
          <a:p>
            <a:r>
              <a:rPr lang="ko-KR" altLang="ko-KR" dirty="0"/>
              <a:t>문제별 타입(사실 확인, 개념 설명, 응용, 개념 비교, 추론)</a:t>
            </a:r>
            <a:r>
              <a:rPr lang="ko-KR" altLang="ko-KR" dirty="0" err="1"/>
              <a:t>에</a:t>
            </a:r>
            <a:r>
              <a:rPr lang="ko-KR" altLang="ko-KR" dirty="0"/>
              <a:t> 따라 가중치 </a:t>
            </a:r>
          </a:p>
          <a:p>
            <a:r>
              <a:rPr lang="ko-KR" altLang="ko-KR" dirty="0"/>
              <a:t>문제 속 개념 개수에 따라 가중치 </a:t>
            </a:r>
          </a:p>
          <a:p>
            <a:r>
              <a:rPr lang="ko-KR" altLang="ko-KR" dirty="0"/>
              <a:t>추론 </a:t>
            </a:r>
            <a:r>
              <a:rPr lang="ko-KR" altLang="ko-KR" dirty="0" err="1"/>
              <a:t>step에</a:t>
            </a:r>
            <a:r>
              <a:rPr lang="ko-KR" altLang="ko-KR" dirty="0"/>
              <a:t> 따라 가중치 </a:t>
            </a:r>
          </a:p>
          <a:p>
            <a:r>
              <a:rPr lang="ko-KR" altLang="ko-KR" dirty="0"/>
              <a:t>강의 자료에 명확한 답이 없는 문제면 가중치 </a:t>
            </a:r>
            <a:endParaRPr lang="en-US" altLang="ko-KR" dirty="0"/>
          </a:p>
          <a:p>
            <a:endParaRPr lang="ko-KR" altLang="ko-KR" dirty="0"/>
          </a:p>
          <a:p>
            <a:r>
              <a:rPr lang="ko-KR" altLang="ko-KR" dirty="0" err="1"/>
              <a:t>mastery</a:t>
            </a:r>
            <a:r>
              <a:rPr lang="ko-KR" altLang="ko-KR" dirty="0"/>
              <a:t> 별 생성될 문제의 난이도 분포 결정 방법: </a:t>
            </a:r>
          </a:p>
          <a:p>
            <a:r>
              <a:rPr lang="ko-KR" altLang="ko-KR" dirty="0" err="1"/>
              <a:t>mastery가</a:t>
            </a:r>
            <a:r>
              <a:rPr lang="ko-KR" altLang="ko-KR" dirty="0"/>
              <a:t> 높아질수록, </a:t>
            </a:r>
            <a:r>
              <a:rPr lang="ko-KR" altLang="ko-KR" dirty="0" err="1"/>
              <a:t>easy의</a:t>
            </a:r>
            <a:r>
              <a:rPr lang="ko-KR" altLang="ko-KR" dirty="0"/>
              <a:t> 비중이 줄고, </a:t>
            </a:r>
            <a:r>
              <a:rPr lang="ko-KR" altLang="ko-KR" dirty="0" err="1"/>
              <a:t>hard의</a:t>
            </a:r>
            <a:r>
              <a:rPr lang="ko-KR" altLang="ko-KR" dirty="0"/>
              <a:t> 비중이 증가 </a:t>
            </a:r>
            <a:endParaRPr lang="en-US" altLang="ko-KR" dirty="0"/>
          </a:p>
          <a:p>
            <a:endParaRPr lang="ko-KR" altLang="ko-KR" dirty="0"/>
          </a:p>
          <a:p>
            <a:r>
              <a:rPr lang="ko-KR" altLang="ko-KR" dirty="0" err="1"/>
              <a:t>mastery</a:t>
            </a:r>
            <a:r>
              <a:rPr lang="ko-KR" altLang="ko-KR" dirty="0"/>
              <a:t> 값 변화 로직: </a:t>
            </a:r>
          </a:p>
          <a:p>
            <a:r>
              <a:rPr lang="ko-KR" altLang="ko-KR" dirty="0"/>
              <a:t>어떤 난이도의 문제를, 맞췄는지에 따라 변화 </a:t>
            </a:r>
          </a:p>
          <a:p>
            <a:endParaRPr lang="ko-KR" altLang="ko-KR" dirty="0"/>
          </a:p>
          <a:p>
            <a:r>
              <a:rPr lang="ko-KR" altLang="ko-KR" dirty="0" err="1"/>
              <a:t>백엔드</a:t>
            </a:r>
            <a:r>
              <a:rPr lang="ko-KR" altLang="ko-KR" dirty="0"/>
              <a:t> 데이터베이스에 저장되는</a:t>
            </a:r>
            <a:r>
              <a:rPr lang="en-US" altLang="ko-KR" dirty="0"/>
              <a:t> </a:t>
            </a:r>
            <a:r>
              <a:rPr lang="ko-KR" altLang="en-US" dirty="0"/>
              <a:t>것</a:t>
            </a:r>
            <a:r>
              <a:rPr lang="en-US" altLang="ko-KR" dirty="0"/>
              <a:t>:</a:t>
            </a:r>
            <a:endParaRPr lang="ko-KR" altLang="ko-KR" dirty="0"/>
          </a:p>
          <a:p>
            <a:r>
              <a:rPr lang="ko-KR" altLang="ko-KR" dirty="0"/>
              <a:t>키워드별 </a:t>
            </a:r>
            <a:r>
              <a:rPr lang="ko-KR" altLang="ko-KR" dirty="0" err="1"/>
              <a:t>mastery</a:t>
            </a:r>
            <a:r>
              <a:rPr lang="ko-KR" altLang="ko-KR" dirty="0"/>
              <a:t> 정보 </a:t>
            </a:r>
          </a:p>
          <a:p>
            <a:r>
              <a:rPr lang="ko-KR" altLang="ko-KR" dirty="0"/>
              <a:t>생성된 퀴즈/문제 </a:t>
            </a:r>
          </a:p>
          <a:p>
            <a:r>
              <a:rPr lang="ko-KR" altLang="ko-KR" dirty="0"/>
              <a:t>문제와 키워드의 연결 정보 </a:t>
            </a:r>
          </a:p>
          <a:p>
            <a:r>
              <a:rPr lang="ko-KR" altLang="ko-KR" dirty="0"/>
              <a:t>선택지 </a:t>
            </a:r>
          </a:p>
          <a:p>
            <a:r>
              <a:rPr lang="ko-KR" altLang="ko-KR" dirty="0"/>
              <a:t>풀이 시도 기록 </a:t>
            </a:r>
          </a:p>
          <a:p>
            <a:r>
              <a:rPr lang="ko-KR" altLang="ko-KR" dirty="0"/>
              <a:t>문제별 답안 제출 기록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동기</a:t>
            </a:r>
            <a:r>
              <a:rPr lang="en-US" altLang="ko-KR" dirty="0"/>
              <a:t>, </a:t>
            </a:r>
            <a:r>
              <a:rPr lang="ko-KR" altLang="en-US" dirty="0"/>
              <a:t>문제정의</a:t>
            </a:r>
            <a:r>
              <a:rPr lang="en-US" altLang="ko-KR" dirty="0"/>
              <a:t>: </a:t>
            </a:r>
            <a:r>
              <a:rPr lang="ko-KR" altLang="en-US" dirty="0"/>
              <a:t>어떤 문제를 발견하였는지</a:t>
            </a:r>
            <a:endParaRPr lang="en-US" altLang="ko-KR"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기존 </a:t>
            </a:r>
            <a:r>
              <a:rPr lang="en-US" altLang="ko-KR" dirty="0"/>
              <a:t>AI </a:t>
            </a:r>
            <a:r>
              <a:rPr lang="ko-KR" altLang="en-US" dirty="0"/>
              <a:t>학습 도구의 문제점 </a:t>
            </a:r>
            <a:r>
              <a:rPr lang="en-US" altLang="ko-KR" dirty="0"/>
              <a:t>/ </a:t>
            </a:r>
            <a:r>
              <a:rPr lang="ko-KR" altLang="en-US" dirty="0"/>
              <a:t>해결방안 </a:t>
            </a:r>
            <a:r>
              <a:rPr lang="en-US" altLang="ko-KR" dirty="0"/>
              <a:t>-&gt; </a:t>
            </a:r>
            <a:r>
              <a:rPr lang="ko-KR" altLang="en-US" dirty="0"/>
              <a:t>최종 목표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MVP / </a:t>
            </a:r>
            <a:r>
              <a:rPr lang="ko-KR" altLang="en-US" dirty="0"/>
              <a:t>핵심 용어</a:t>
            </a:r>
            <a:r>
              <a:rPr lang="en-US" altLang="ko-KR" dirty="0"/>
              <a:t>: </a:t>
            </a:r>
            <a:r>
              <a:rPr lang="ko-KR" altLang="en-US" dirty="0"/>
              <a:t>키워드</a:t>
            </a:r>
            <a:r>
              <a:rPr lang="en-US" altLang="ko-KR" dirty="0"/>
              <a:t>, </a:t>
            </a:r>
            <a:r>
              <a:rPr lang="ko-KR" altLang="en-US" dirty="0"/>
              <a:t>숙련도</a:t>
            </a:r>
            <a:r>
              <a:rPr lang="en-US" altLang="ko-KR" dirty="0"/>
              <a:t>(mastery)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ko-KR" dirty="0"/>
              <a:t>사용자, </a:t>
            </a:r>
            <a:r>
              <a:rPr lang="ko-KR" altLang="ko-KR" dirty="0" err="1"/>
              <a:t>프론트엔드</a:t>
            </a:r>
            <a:r>
              <a:rPr lang="ko-KR" altLang="ko-KR" dirty="0"/>
              <a:t>, </a:t>
            </a:r>
            <a:r>
              <a:rPr lang="ko-KR" altLang="ko-KR" dirty="0" err="1"/>
              <a:t>백엔드</a:t>
            </a:r>
            <a:r>
              <a:rPr lang="ko-KR" altLang="ko-KR" dirty="0"/>
              <a:t>, 외부 서비스</a:t>
            </a:r>
            <a:r>
              <a:rPr lang="en-US" altLang="ko-KR" dirty="0"/>
              <a:t> / </a:t>
            </a:r>
            <a:r>
              <a:rPr lang="ko-KR" altLang="ko-KR" dirty="0" err="1"/>
              <a:t>프론트엔드는</a:t>
            </a:r>
            <a:r>
              <a:rPr lang="ko-KR" altLang="ko-KR" dirty="0"/>
              <a:t> </a:t>
            </a:r>
            <a:r>
              <a:rPr lang="ko-KR" altLang="ko-KR" dirty="0" err="1"/>
              <a:t>Next.js와</a:t>
            </a:r>
            <a:r>
              <a:rPr lang="ko-KR" altLang="ko-KR" dirty="0"/>
              <a:t> </a:t>
            </a:r>
            <a:r>
              <a:rPr lang="ko-KR" altLang="ko-KR" dirty="0" err="1"/>
              <a:t>React</a:t>
            </a:r>
            <a:r>
              <a:rPr lang="en-US" altLang="ko-KR" dirty="0"/>
              <a:t> / </a:t>
            </a:r>
            <a:r>
              <a:rPr lang="ko-KR" altLang="ko-KR" dirty="0" err="1"/>
              <a:t>백엔드는</a:t>
            </a:r>
            <a:r>
              <a:rPr lang="ko-KR" altLang="ko-KR" dirty="0"/>
              <a:t> </a:t>
            </a:r>
            <a:r>
              <a:rPr lang="ko-KR" altLang="ko-KR" dirty="0" err="1"/>
              <a:t>NestJS로</a:t>
            </a:r>
            <a:r>
              <a:rPr lang="ko-KR" altLang="ko-KR" dirty="0"/>
              <a:t> 만들었고 </a:t>
            </a:r>
            <a:r>
              <a:rPr lang="ko-KR" altLang="en-US" dirty="0"/>
              <a:t>학습 정보를 </a:t>
            </a:r>
            <a:r>
              <a:rPr lang="ko-KR" altLang="ko-KR" dirty="0" err="1"/>
              <a:t>PostgreSQL에</a:t>
            </a:r>
            <a:r>
              <a:rPr lang="ko-KR" altLang="ko-KR" dirty="0"/>
              <a:t> 직접 보유합니다</a:t>
            </a:r>
            <a:r>
              <a:rPr lang="en-US" altLang="ko-KR" dirty="0"/>
              <a: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A6740-1906-3DF9-A820-5AE58580A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9902A-4944-3193-F11D-559CD06DA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7EA02-09ED-4400-0558-A336720EB604}"/>
              </a:ext>
            </a:extLst>
          </p:cNvPr>
          <p:cNvSpPr>
            <a:spLocks noGrp="1"/>
          </p:cNvSpPr>
          <p:nvPr>
            <p:ph type="body" idx="1"/>
          </p:nvPr>
        </p:nvSpPr>
        <p:spPr/>
        <p:txBody>
          <a:bodyPr/>
          <a:lstStyle/>
          <a:p>
            <a:r>
              <a:rPr lang="ko-KR" altLang="ko-KR" dirty="0"/>
              <a:t>핵심 로직 — 사용자 학습 수준을 고려한 문제 생성</a:t>
            </a:r>
          </a:p>
          <a:p>
            <a:r>
              <a:rPr lang="ko-KR" altLang="ko-KR" dirty="0"/>
              <a:t>매 풀이마다 풀이기록으로 키워드별 </a:t>
            </a:r>
            <a:r>
              <a:rPr lang="ko-KR" altLang="ko-KR" dirty="0" err="1"/>
              <a:t>mastery</a:t>
            </a:r>
            <a:r>
              <a:rPr lang="ko-KR" altLang="ko-KR" dirty="0"/>
              <a:t>(숙련도) 갱신</a:t>
            </a:r>
          </a:p>
          <a:p>
            <a:r>
              <a:rPr lang="ko-KR" altLang="ko-KR" dirty="0"/>
              <a:t>적응형 난이도: 대상 키워드의 </a:t>
            </a:r>
            <a:r>
              <a:rPr lang="ko-KR" altLang="ko-KR" dirty="0" err="1"/>
              <a:t>mastery로</a:t>
            </a:r>
            <a:r>
              <a:rPr lang="ko-KR" altLang="ko-KR" dirty="0"/>
              <a:t> 문제 난이도(EASY/MEDIUM/HARD) 분포 결정 (</a:t>
            </a:r>
            <a:r>
              <a:rPr lang="ko-KR" altLang="ko-KR" dirty="0" err="1"/>
              <a:t>mastery</a:t>
            </a:r>
            <a:r>
              <a:rPr lang="ko-KR" altLang="ko-KR" dirty="0"/>
              <a:t> 낮음 → </a:t>
            </a:r>
            <a:r>
              <a:rPr lang="ko-KR" altLang="ko-KR" dirty="0" err="1"/>
              <a:t>easy</a:t>
            </a:r>
            <a:r>
              <a:rPr lang="ko-KR" altLang="ko-KR" dirty="0"/>
              <a:t> 비중↑, 높음 → </a:t>
            </a:r>
            <a:r>
              <a:rPr lang="ko-KR" altLang="ko-KR" dirty="0" err="1"/>
              <a:t>hard</a:t>
            </a:r>
            <a:r>
              <a:rPr lang="ko-KR" altLang="ko-KR" dirty="0"/>
              <a:t> 비중↑)</a:t>
            </a:r>
          </a:p>
          <a:p>
            <a:r>
              <a:rPr lang="ko-KR" altLang="ko-KR" dirty="0"/>
              <a:t>이 루프를 반복하며 사용자 학습 상태를 계속 </a:t>
            </a:r>
            <a:r>
              <a:rPr lang="ko-KR" altLang="ko-KR" dirty="0" err="1"/>
              <a:t>기록·업데이트</a:t>
            </a:r>
            <a:endParaRPr lang="ko-KR" altLang="ko-KR" dirty="0"/>
          </a:p>
          <a:p>
            <a:r>
              <a:rPr lang="ko-KR" altLang="ko-KR" dirty="0" err="1"/>
              <a:t>Quiz</a:t>
            </a:r>
            <a:endParaRPr lang="ko-KR" altLang="ko-KR" dirty="0"/>
          </a:p>
          <a:p>
            <a:r>
              <a:rPr lang="ko-KR" altLang="ko-KR" dirty="0"/>
              <a:t>강의자료 1개 대상 (기본 15문제 — 우리 설정)</a:t>
            </a:r>
          </a:p>
          <a:p>
            <a:r>
              <a:rPr lang="ko-KR" altLang="ko-KR" dirty="0"/>
              <a:t>키워드별 노출 </a:t>
            </a:r>
            <a:r>
              <a:rPr lang="ko-KR" altLang="ko-KR" dirty="0" err="1"/>
              <a:t>횟수·중요도·숙련도를</a:t>
            </a:r>
            <a:r>
              <a:rPr lang="ko-KR" altLang="ko-KR" dirty="0"/>
              <a:t> 종합 고려</a:t>
            </a:r>
          </a:p>
          <a:p>
            <a:r>
              <a:rPr lang="ko-KR" altLang="ko-KR" dirty="0"/>
              <a:t>목표는 폭넓은 개념 학습 → 노출 적은 키워드에 큰 가중치</a:t>
            </a:r>
          </a:p>
          <a:p>
            <a:r>
              <a:rPr lang="ko-KR" altLang="ko-KR" dirty="0" err="1"/>
              <a:t>Mock</a:t>
            </a:r>
            <a:r>
              <a:rPr lang="ko-KR" altLang="ko-KR" dirty="0"/>
              <a:t> </a:t>
            </a:r>
            <a:r>
              <a:rPr lang="ko-KR" altLang="ko-KR" dirty="0" err="1"/>
              <a:t>Exam</a:t>
            </a:r>
            <a:endParaRPr lang="ko-KR" altLang="ko-KR" dirty="0"/>
          </a:p>
          <a:p>
            <a:r>
              <a:rPr lang="ko-KR" altLang="ko-KR" dirty="0"/>
              <a:t>사용자가 강의자료 </a:t>
            </a:r>
            <a:r>
              <a:rPr lang="ko-KR" altLang="ko-KR" dirty="0" err="1"/>
              <a:t>범위·문항</a:t>
            </a:r>
            <a:r>
              <a:rPr lang="ko-KR" altLang="ko-KR" dirty="0"/>
              <a:t> 수 지정</a:t>
            </a:r>
          </a:p>
          <a:p>
            <a:r>
              <a:rPr lang="ko-KR" altLang="ko-KR" dirty="0"/>
              <a:t>숙련도와 중요도를 종합 평가</a:t>
            </a:r>
          </a:p>
          <a:p>
            <a:r>
              <a:rPr lang="ko-KR" altLang="ko-KR" dirty="0"/>
              <a:t>목표는 취약 키워드 진단 → 숙련도 부족에 큰 가중치</a:t>
            </a:r>
          </a:p>
          <a:p>
            <a:endParaRPr lang="ko-KR" altLang="ko-KR" dirty="0"/>
          </a:p>
        </p:txBody>
      </p:sp>
      <p:sp>
        <p:nvSpPr>
          <p:cNvPr id="4" name="Slide Number Placeholder 3">
            <a:extLst>
              <a:ext uri="{FF2B5EF4-FFF2-40B4-BE49-F238E27FC236}">
                <a16:creationId xmlns:a16="http://schemas.microsoft.com/office/drawing/2014/main" id="{65CB0696-345A-3386-B1B2-0336C1CE5A1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7116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설명 </a:t>
            </a:r>
            <a:r>
              <a:rPr lang="en-US" altLang="ko-KR" dirty="0"/>
              <a:t>x </a:t>
            </a:r>
            <a:r>
              <a:rPr lang="ko-KR" altLang="en-US" dirty="0"/>
              <a:t>시간 없음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03CBB-369E-2024-4B85-6F9A54600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83975-120C-0A3C-8657-233F5EF94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8BD75-B82C-750A-2EF9-4CF54D3E3D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A473C8-B4D3-0798-9E85-4CCE4450062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66968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871A8-69B0-36D9-8F21-660173E73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247A9-1B7B-F012-19F5-7DBBB86C5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C2BEA-BC57-4DA7-41E5-63AF602BCE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60EB0-F791-A97E-F214-1D28F3FD16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7066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29D92-F0A6-F3E2-78E6-6AD15F61E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C5746-DD51-F75B-91F0-835D05823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EC5AB-E264-CD19-F4BF-99F0B8C10E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D471F3-2B7E-80F6-1305-56A9DD81896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10512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7ABE5-E30E-6765-8122-AE4117BBB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CAD5D-BF64-51D1-3B28-45B11F868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D403B-5DD1-F855-16E8-0249072DFE2F}"/>
              </a:ext>
            </a:extLst>
          </p:cNvPr>
          <p:cNvSpPr>
            <a:spLocks noGrp="1"/>
          </p:cNvSpPr>
          <p:nvPr>
            <p:ph type="body" idx="1"/>
          </p:nvPr>
        </p:nvSpPr>
        <p:spPr/>
        <p:txBody>
          <a:bodyPr/>
          <a:lstStyle/>
          <a:p>
            <a:r>
              <a:rPr lang="ko-KR" altLang="en-US" dirty="0"/>
              <a:t>난이도 상중하 다양한 분포 </a:t>
            </a:r>
            <a:r>
              <a:rPr lang="en-US" altLang="ko-KR" dirty="0"/>
              <a:t>/ </a:t>
            </a:r>
            <a:r>
              <a:rPr lang="ko-KR" altLang="en-US" dirty="0"/>
              <a:t>풀이 결과</a:t>
            </a:r>
            <a:r>
              <a:rPr lang="en-US" altLang="ko-KR" dirty="0"/>
              <a:t> / </a:t>
            </a:r>
            <a:r>
              <a:rPr lang="ko-KR" altLang="en-US" dirty="0"/>
              <a:t>해설</a:t>
            </a:r>
            <a:endParaRPr lang="en-US" dirty="0"/>
          </a:p>
        </p:txBody>
      </p:sp>
      <p:sp>
        <p:nvSpPr>
          <p:cNvPr id="4" name="Slide Number Placeholder 3">
            <a:extLst>
              <a:ext uri="{FF2B5EF4-FFF2-40B4-BE49-F238E27FC236}">
                <a16:creationId xmlns:a16="http://schemas.microsoft.com/office/drawing/2014/main" id="{857F0EAB-3F61-CCC2-198D-8899664D082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32689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CD477-199C-D686-49EF-9DA096222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FD1F1-9CC6-93BC-3319-FDF9D72875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9D36C-65B3-004B-E5F1-0B1D71E095B7}"/>
              </a:ext>
            </a:extLst>
          </p:cNvPr>
          <p:cNvSpPr>
            <a:spLocks noGrp="1"/>
          </p:cNvSpPr>
          <p:nvPr>
            <p:ph type="body" idx="1"/>
          </p:nvPr>
        </p:nvSpPr>
        <p:spPr/>
        <p:txBody>
          <a:bodyPr/>
          <a:lstStyle/>
          <a:p>
            <a:r>
              <a:rPr lang="ko-KR" altLang="en-US" dirty="0"/>
              <a:t>과목별 </a:t>
            </a:r>
            <a:r>
              <a:rPr lang="en-US" altLang="ko-KR" dirty="0"/>
              <a:t>/ </a:t>
            </a:r>
            <a:r>
              <a:rPr lang="ko-KR" altLang="en-US" dirty="0"/>
              <a:t>강의자료별 대시보드</a:t>
            </a:r>
            <a:r>
              <a:rPr lang="en-US" altLang="ko-KR" dirty="0"/>
              <a:t>. </a:t>
            </a:r>
            <a:r>
              <a:rPr lang="ko-KR" altLang="en-US" dirty="0" err="1"/>
              <a:t>백엔드에</a:t>
            </a:r>
            <a:r>
              <a:rPr lang="ko-KR" altLang="en-US" dirty="0"/>
              <a:t> 저장하므로 </a:t>
            </a:r>
            <a:r>
              <a:rPr lang="en-US" altLang="ko-KR" dirty="0"/>
              <a:t>mastery</a:t>
            </a:r>
            <a:r>
              <a:rPr lang="ko-KR" altLang="en-US" dirty="0"/>
              <a:t>와 학습범위</a:t>
            </a:r>
            <a:r>
              <a:rPr lang="en-US" altLang="ko-KR" dirty="0"/>
              <a:t>, </a:t>
            </a:r>
            <a:r>
              <a:rPr lang="ko-KR" altLang="en-US" dirty="0"/>
              <a:t>키워드 분석 및 풀이기록 검색 가능</a:t>
            </a:r>
            <a:r>
              <a:rPr lang="en-US" altLang="ko-KR" dirty="0"/>
              <a:t>/</a:t>
            </a:r>
            <a:endParaRPr lang="en-US" dirty="0"/>
          </a:p>
        </p:txBody>
      </p:sp>
      <p:sp>
        <p:nvSpPr>
          <p:cNvPr id="4" name="Slide Number Placeholder 3">
            <a:extLst>
              <a:ext uri="{FF2B5EF4-FFF2-40B4-BE49-F238E27FC236}">
                <a16:creationId xmlns:a16="http://schemas.microsoft.com/office/drawing/2014/main" id="{650B5E70-CA6B-40B8-63E3-5CF6F6CFA24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02056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1B5B8-4F17-B6A7-817E-8FB4FDF12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0057D-BFF4-8F3D-3609-60F130DB4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86ADD-5969-A64E-A18C-97597486A20B}"/>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키워드별 숙련도</a:t>
            </a:r>
            <a:r>
              <a:rPr lang="en-US" altLang="ko-KR" dirty="0"/>
              <a:t>(Mastery)</a:t>
            </a:r>
            <a:r>
              <a:rPr lang="ko-KR" altLang="en-US" dirty="0"/>
              <a:t>에 따른 문제 난이도 차이</a:t>
            </a:r>
          </a:p>
          <a:p>
            <a:endParaRPr lang="en-US" dirty="0"/>
          </a:p>
        </p:txBody>
      </p:sp>
      <p:sp>
        <p:nvSpPr>
          <p:cNvPr id="4" name="Slide Number Placeholder 3">
            <a:extLst>
              <a:ext uri="{FF2B5EF4-FFF2-40B4-BE49-F238E27FC236}">
                <a16:creationId xmlns:a16="http://schemas.microsoft.com/office/drawing/2014/main" id="{B985F0E8-CB60-11FC-19E0-82AE7CDBDC3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72685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75652-D762-7094-888E-68C46709E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106C8-EBB9-DD14-9516-425C0753FF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158B5-5209-6D8A-35B1-B0CBE48F2295}"/>
              </a:ext>
            </a:extLst>
          </p:cNvPr>
          <p:cNvSpPr>
            <a:spLocks noGrp="1"/>
          </p:cNvSpPr>
          <p:nvPr>
            <p:ph type="body" idx="1"/>
          </p:nvPr>
        </p:nvSpPr>
        <p:spPr/>
        <p:txBody>
          <a:bodyPr/>
          <a:lstStyle/>
          <a:p>
            <a:r>
              <a:rPr lang="ko-KR" altLang="en-US" dirty="0"/>
              <a:t>숙련도와 함께 문제 난이도 상승 </a:t>
            </a:r>
            <a:r>
              <a:rPr lang="en-US" altLang="ko-KR" dirty="0"/>
              <a:t>=&gt; </a:t>
            </a:r>
            <a:r>
              <a:rPr lang="ko-KR" altLang="en-US" dirty="0"/>
              <a:t>개인화된 학습 가능</a:t>
            </a:r>
          </a:p>
        </p:txBody>
      </p:sp>
      <p:sp>
        <p:nvSpPr>
          <p:cNvPr id="4" name="Slide Number Placeholder 3">
            <a:extLst>
              <a:ext uri="{FF2B5EF4-FFF2-40B4-BE49-F238E27FC236}">
                <a16:creationId xmlns:a16="http://schemas.microsoft.com/office/drawing/2014/main" id="{0A0548EF-4779-9F2A-8760-B9361B40ED6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65326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AA7E-EBF2-2E57-197E-B28143148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EBFA5-2BC9-38E3-4B4D-985084B58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0769F-F3AF-6B07-4182-32CBD2E69997}"/>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dirty="0">
                <a:latin typeface="Calibri" panose="020F0502020204030204" pitchFamily="34" charset="0"/>
                <a:cs typeface="Calibri" panose="020F0502020204030204" pitchFamily="34" charset="0"/>
              </a:rPr>
              <a:t>숙련도를 고려하여</a:t>
            </a:r>
            <a:r>
              <a:rPr lang="en-US" altLang="ko-KR" sz="1200" dirty="0">
                <a:latin typeface="Calibri" panose="020F0502020204030204" pitchFamily="34" charset="0"/>
                <a:ea typeface="Calibri" panose="020F0502020204030204" pitchFamily="34" charset="0"/>
                <a:cs typeface="Calibri" panose="020F0502020204030204" pitchFamily="34" charset="0"/>
              </a:rPr>
              <a:t>, </a:t>
            </a:r>
            <a:r>
              <a:rPr lang="ko-KR" altLang="en-US" sz="1200" dirty="0">
                <a:latin typeface="Calibri" panose="020F0502020204030204" pitchFamily="34" charset="0"/>
                <a:cs typeface="Calibri" panose="020F0502020204030204" pitchFamily="34" charset="0"/>
              </a:rPr>
              <a:t>취약 키워드 위주로 문제 출제</a:t>
            </a:r>
          </a:p>
          <a:p>
            <a:endParaRPr lang="en-US" dirty="0"/>
          </a:p>
        </p:txBody>
      </p:sp>
      <p:sp>
        <p:nvSpPr>
          <p:cNvPr id="4" name="Slide Number Placeholder 3">
            <a:extLst>
              <a:ext uri="{FF2B5EF4-FFF2-40B4-BE49-F238E27FC236}">
                <a16:creationId xmlns:a16="http://schemas.microsoft.com/office/drawing/2014/main" id="{1EB7AA2C-7D97-A73D-4EB2-107A16D3397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755588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테스트</a:t>
            </a:r>
            <a:r>
              <a:rPr lang="en-US" altLang="ko-KR" dirty="0"/>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개발 일정</a:t>
            </a:r>
            <a:r>
              <a:rPr lang="en-US" altLang="ko-KR" dirty="0"/>
              <a:t>, </a:t>
            </a:r>
            <a:r>
              <a:rPr lang="ko-KR" altLang="en-US" dirty="0"/>
              <a:t>역할 분배</a:t>
            </a:r>
            <a:r>
              <a:rPr lang="en-US" altLang="ko-K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43B"/>
        </a:solidFill>
        <a:effectLst/>
      </p:bgPr>
    </p:bg>
    <p:spTree>
      <p:nvGrpSpPr>
        <p:cNvPr id="1" name=""/>
        <p:cNvGrpSpPr/>
        <p:nvPr/>
      </p:nvGrpSpPr>
      <p:grpSpPr>
        <a:xfrm>
          <a:off x="0" y="0"/>
          <a:ext cx="0" cy="0"/>
          <a:chOff x="0" y="0"/>
          <a:chExt cx="0" cy="0"/>
        </a:xfrm>
      </p:grpSpPr>
      <p:sp>
        <p:nvSpPr>
          <p:cNvPr id="2" name="Shape 0"/>
          <p:cNvSpPr/>
          <p:nvPr/>
        </p:nvSpPr>
        <p:spPr>
          <a:xfrm>
            <a:off x="822960" y="1417320"/>
            <a:ext cx="822960" cy="109728"/>
          </a:xfrm>
          <a:prstGeom prst="rect">
            <a:avLst/>
          </a:prstGeom>
          <a:solidFill>
            <a:srgbClr val="12B5A6"/>
          </a:solidFill>
          <a:ln/>
        </p:spPr>
        <p:txBody>
          <a:bodyPr/>
          <a:lstStyle/>
          <a:p>
            <a:endParaRPr lang="ko-KR" altLang="en-US"/>
          </a:p>
        </p:txBody>
      </p:sp>
      <p:sp>
        <p:nvSpPr>
          <p:cNvPr id="3" name="Text 1"/>
          <p:cNvSpPr/>
          <p:nvPr/>
        </p:nvSpPr>
        <p:spPr>
          <a:xfrm>
            <a:off x="777240" y="1554480"/>
            <a:ext cx="7772400" cy="914400"/>
          </a:xfrm>
          <a:prstGeom prst="rect">
            <a:avLst/>
          </a:prstGeom>
          <a:noFill/>
          <a:ln/>
        </p:spPr>
        <p:txBody>
          <a:bodyPr wrap="square" rtlCol="0" anchor="ctr"/>
          <a:lstStyle/>
          <a:p>
            <a:pPr marL="0" indent="0">
              <a:buNone/>
            </a:pPr>
            <a:r>
              <a:rPr lang="en-US" sz="5400" b="1" dirty="0">
                <a:solidFill>
                  <a:srgbClr val="FFFFFF"/>
                </a:solidFill>
                <a:latin typeface="Trebuchet MS" pitchFamily="34" charset="0"/>
                <a:ea typeface="Trebuchet MS" pitchFamily="34" charset="-122"/>
                <a:cs typeface="Trebuchet MS" pitchFamily="34" charset="-120"/>
              </a:rPr>
              <a:t>SudoCampus</a:t>
            </a:r>
            <a:endParaRPr lang="en-US" sz="5400" dirty="0"/>
          </a:p>
        </p:txBody>
      </p:sp>
      <p:sp>
        <p:nvSpPr>
          <p:cNvPr id="4" name="Text 2"/>
          <p:cNvSpPr/>
          <p:nvPr/>
        </p:nvSpPr>
        <p:spPr>
          <a:xfrm>
            <a:off x="822960" y="2514600"/>
            <a:ext cx="7772400" cy="457200"/>
          </a:xfrm>
          <a:prstGeom prst="rect">
            <a:avLst/>
          </a:prstGeom>
          <a:noFill/>
          <a:ln/>
        </p:spPr>
        <p:txBody>
          <a:bodyPr wrap="square" rtlCol="0" anchor="ctr"/>
          <a:lstStyle/>
          <a:p>
            <a:pPr marL="0" indent="0">
              <a:buNone/>
            </a:pPr>
            <a:r>
              <a:rPr lang="en-US" sz="2000" dirty="0">
                <a:solidFill>
                  <a:srgbClr val="CFE6E4"/>
                </a:solidFill>
                <a:latin typeface="Calibri" pitchFamily="34" charset="0"/>
                <a:ea typeface="Calibri" pitchFamily="34" charset="-122"/>
                <a:cs typeface="Calibri" pitchFamily="34" charset="-120"/>
              </a:rPr>
              <a:t>PDF 강의자료 기반 AI 개인 맞춤 학습 플랫폼</a:t>
            </a:r>
            <a:endParaRPr lang="en-US" sz="2000" dirty="0"/>
          </a:p>
        </p:txBody>
      </p:sp>
      <p:sp>
        <p:nvSpPr>
          <p:cNvPr id="5" name="Text 3"/>
          <p:cNvSpPr/>
          <p:nvPr/>
        </p:nvSpPr>
        <p:spPr>
          <a:xfrm>
            <a:off x="822960" y="3977640"/>
            <a:ext cx="7772400" cy="365760"/>
          </a:xfrm>
          <a:prstGeom prst="rect">
            <a:avLst/>
          </a:prstGeom>
          <a:noFill/>
          <a:ln/>
        </p:spPr>
        <p:txBody>
          <a:bodyPr wrap="square" rtlCol="0" anchor="ctr"/>
          <a:lstStyle/>
          <a:p>
            <a:pPr marL="0" indent="0">
              <a:buNone/>
            </a:pPr>
            <a:r>
              <a:rPr lang="en-US" sz="1400" dirty="0">
                <a:solidFill>
                  <a:srgbClr val="9FB2BE"/>
                </a:solidFill>
                <a:latin typeface="Calibri" pitchFamily="34" charset="0"/>
                <a:ea typeface="Calibri" pitchFamily="34" charset="-122"/>
                <a:cs typeface="Calibri" pitchFamily="34" charset="-120"/>
              </a:rPr>
              <a:t>소프트웨어공학개론  ·  Team 4  </a:t>
            </a:r>
            <a:endParaRPr lang="en-US" sz="1400" dirty="0"/>
          </a:p>
        </p:txBody>
      </p:sp>
      <p:sp>
        <p:nvSpPr>
          <p:cNvPr id="6" name="Text 4"/>
          <p:cNvSpPr/>
          <p:nvPr/>
        </p:nvSpPr>
        <p:spPr>
          <a:xfrm>
            <a:off x="822960" y="4343400"/>
            <a:ext cx="7772400" cy="365760"/>
          </a:xfrm>
          <a:prstGeom prst="rect">
            <a:avLst/>
          </a:prstGeom>
          <a:noFill/>
          <a:ln/>
        </p:spPr>
        <p:txBody>
          <a:bodyPr wrap="square" rtlCol="0" anchor="ctr"/>
          <a:lstStyle/>
          <a:p>
            <a:r>
              <a:rPr lang="en-US" sz="1300" dirty="0">
                <a:solidFill>
                  <a:srgbClr val="7E94A2"/>
                </a:solidFill>
                <a:latin typeface="Calibri" pitchFamily="34" charset="0"/>
                <a:ea typeface="Calibri" pitchFamily="34" charset="-122"/>
                <a:cs typeface="Calibri" pitchFamily="34" charset="-120"/>
              </a:rPr>
              <a:t> 팀원: </a:t>
            </a:r>
            <a:r>
              <a:rPr lang="en-US" sz="1300" dirty="0" err="1">
                <a:solidFill>
                  <a:srgbClr val="7E94A2"/>
                </a:solidFill>
                <a:latin typeface="Calibri" pitchFamily="34" charset="0"/>
                <a:ea typeface="Calibri" pitchFamily="34" charset="-122"/>
                <a:cs typeface="Calibri" pitchFamily="34" charset="-120"/>
              </a:rPr>
              <a:t>고태호</a:t>
            </a:r>
            <a:r>
              <a:rPr lang="en-US" sz="1300" dirty="0">
                <a:solidFill>
                  <a:srgbClr val="7E94A2"/>
                </a:solidFill>
                <a:latin typeface="Calibri" pitchFamily="34" charset="0"/>
                <a:ea typeface="Calibri" pitchFamily="34" charset="-122"/>
                <a:cs typeface="Calibri" pitchFamily="34" charset="-120"/>
              </a:rPr>
              <a:t> · </a:t>
            </a:r>
            <a:r>
              <a:rPr lang="en-US" sz="1300" dirty="0" err="1">
                <a:solidFill>
                  <a:srgbClr val="7E94A2"/>
                </a:solidFill>
                <a:latin typeface="Calibri" pitchFamily="34" charset="0"/>
                <a:ea typeface="Calibri" pitchFamily="34" charset="-122"/>
                <a:cs typeface="Calibri" pitchFamily="34" charset="-120"/>
              </a:rPr>
              <a:t>두윤기</a:t>
            </a:r>
            <a:r>
              <a:rPr lang="en-US" sz="1300" dirty="0">
                <a:solidFill>
                  <a:srgbClr val="7E94A2"/>
                </a:solidFill>
                <a:latin typeface="Calibri" pitchFamily="34" charset="0"/>
                <a:ea typeface="Calibri" pitchFamily="34" charset="-122"/>
                <a:cs typeface="Calibri" pitchFamily="34" charset="-120"/>
              </a:rPr>
              <a:t> </a:t>
            </a:r>
            <a:r>
              <a:rPr lang="en-US" altLang="ko-KR" sz="1300" dirty="0">
                <a:solidFill>
                  <a:srgbClr val="7E94A2"/>
                </a:solidFill>
                <a:latin typeface="Calibri" pitchFamily="34" charset="0"/>
                <a:ea typeface="Calibri" pitchFamily="34" charset="-122"/>
                <a:cs typeface="Calibri" pitchFamily="34" charset="-120"/>
              </a:rPr>
              <a:t>· </a:t>
            </a:r>
            <a:r>
              <a:rPr lang="en-US" altLang="ko-KR" sz="1300" dirty="0" err="1">
                <a:solidFill>
                  <a:srgbClr val="7E94A2"/>
                </a:solidFill>
                <a:latin typeface="Calibri" pitchFamily="34" charset="0"/>
                <a:ea typeface="Calibri" pitchFamily="34" charset="-122"/>
                <a:cs typeface="Calibri" pitchFamily="34" charset="-120"/>
              </a:rPr>
              <a:t>문태주</a:t>
            </a:r>
            <a:r>
              <a:rPr lang="en-US" sz="1300" dirty="0">
                <a:solidFill>
                  <a:srgbClr val="7E94A2"/>
                </a:solidFill>
                <a:latin typeface="Calibri" pitchFamily="34" charset="0"/>
                <a:ea typeface="Calibri" pitchFamily="34" charset="-122"/>
                <a:cs typeface="Calibri" pitchFamily="34" charset="-120"/>
              </a:rPr>
              <a:t> </a:t>
            </a:r>
            <a:r>
              <a:rPr lang="en-US" altLang="ko-KR" sz="1300" dirty="0">
                <a:solidFill>
                  <a:srgbClr val="7E94A2"/>
                </a:solidFill>
                <a:latin typeface="Calibri" pitchFamily="34" charset="0"/>
                <a:ea typeface="Calibri" pitchFamily="34" charset="-122"/>
                <a:cs typeface="Calibri" pitchFamily="34" charset="-120"/>
              </a:rPr>
              <a:t>· </a:t>
            </a:r>
            <a:r>
              <a:rPr lang="ko-KR" altLang="en-US" sz="1300" dirty="0">
                <a:solidFill>
                  <a:srgbClr val="7E94A2"/>
                </a:solidFill>
                <a:latin typeface="Calibri" pitchFamily="34" charset="0"/>
                <a:ea typeface="Calibri" pitchFamily="34" charset="-122"/>
                <a:cs typeface="Calibri" pitchFamily="34" charset="-120"/>
              </a:rPr>
              <a:t>서영호</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roundRect">
            <a:avLst>
              <a:gd name="adj" fmla="val 14545"/>
            </a:avLst>
          </a:prstGeom>
          <a:solidFill>
            <a:srgbClr val="0E8F8F"/>
          </a:solidFill>
          <a:ln/>
        </p:spPr>
        <p:txBody>
          <a:bodyPr/>
          <a:lstStyle/>
          <a:p>
            <a:endParaRPr lang="ko-KR" altLang="en-US" b="1"/>
          </a:p>
        </p:txBody>
      </p:sp>
      <p:sp>
        <p:nvSpPr>
          <p:cNvPr id="3" name="Text 1"/>
          <p:cNvSpPr/>
          <p:nvPr/>
        </p:nvSpPr>
        <p:spPr>
          <a:xfrm>
            <a:off x="548640" y="411480"/>
            <a:ext cx="502920" cy="502920"/>
          </a:xfrm>
          <a:prstGeom prst="rect">
            <a:avLst/>
          </a:prstGeom>
          <a:noFill/>
          <a:ln/>
        </p:spPr>
        <p:txBody>
          <a:bodyPr wrap="square" lIns="0" tIns="0" rIns="0" bIns="0" rtlCol="0" anchor="ctr"/>
          <a:lstStyle/>
          <a:p>
            <a:pPr marL="0" indent="0" algn="ctr">
              <a:buNone/>
            </a:pPr>
            <a:endParaRPr lang="en-US" sz="2400" b="1" dirty="0"/>
          </a:p>
        </p:txBody>
      </p:sp>
      <p:sp>
        <p:nvSpPr>
          <p:cNvPr id="4" name="Text 2"/>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700" b="1" dirty="0">
                <a:solidFill>
                  <a:srgbClr val="1E2A38"/>
                </a:solidFill>
                <a:ea typeface="Trebuchet MS" pitchFamily="34" charset="-122"/>
                <a:cs typeface="Trebuchet MS" pitchFamily="34" charset="-120"/>
              </a:rPr>
              <a:t>목차</a:t>
            </a:r>
            <a:endParaRPr lang="en-US" sz="2700" b="1" dirty="0"/>
          </a:p>
        </p:txBody>
      </p:sp>
      <p:sp>
        <p:nvSpPr>
          <p:cNvPr id="5" name="Text 3"/>
          <p:cNvSpPr/>
          <p:nvPr/>
        </p:nvSpPr>
        <p:spPr>
          <a:xfrm>
            <a:off x="640080" y="1371600"/>
            <a:ext cx="640080" cy="640080"/>
          </a:xfrm>
          <a:prstGeom prst="rect">
            <a:avLst/>
          </a:prstGeom>
          <a:noFill/>
          <a:ln/>
        </p:spPr>
        <p:txBody>
          <a:bodyPr wrap="square" lIns="0" tIns="0" rIns="0" bIns="0" rtlCol="0" anchor="ctr"/>
          <a:lstStyle/>
          <a:p>
            <a:pPr marL="0" indent="0">
              <a:buNone/>
            </a:pPr>
            <a:r>
              <a:rPr lang="en-US" sz="2200" b="1" dirty="0">
                <a:solidFill>
                  <a:srgbClr val="0E8F8F"/>
                </a:solidFill>
                <a:ea typeface="Trebuchet MS" pitchFamily="34" charset="-122"/>
                <a:cs typeface="Trebuchet MS" pitchFamily="34" charset="-120"/>
              </a:rPr>
              <a:t>01</a:t>
            </a:r>
            <a:endParaRPr lang="en-US" sz="2200" b="1" dirty="0"/>
          </a:p>
        </p:txBody>
      </p:sp>
      <p:sp>
        <p:nvSpPr>
          <p:cNvPr id="6" name="Text 4"/>
          <p:cNvSpPr/>
          <p:nvPr/>
        </p:nvSpPr>
        <p:spPr>
          <a:xfrm>
            <a:off x="1280160" y="2297069"/>
            <a:ext cx="3474720" cy="365760"/>
          </a:xfrm>
          <a:prstGeom prst="rect">
            <a:avLst/>
          </a:prstGeom>
          <a:noFill/>
          <a:ln/>
        </p:spPr>
        <p:txBody>
          <a:bodyPr wrap="square" lIns="0" tIns="0" rIns="0" bIns="0" rtlCol="0" anchor="ctr"/>
          <a:lstStyle/>
          <a:p>
            <a:pPr marL="0" indent="0">
              <a:buNone/>
            </a:pPr>
            <a:r>
              <a:rPr lang="en-US" sz="1600" b="1" dirty="0">
                <a:solidFill>
                  <a:srgbClr val="1E2A38"/>
                </a:solidFill>
                <a:ea typeface="Calibri" pitchFamily="34" charset="-122"/>
                <a:cs typeface="Calibri" pitchFamily="34" charset="-120"/>
              </a:rPr>
              <a:t>개요</a:t>
            </a:r>
            <a:endParaRPr lang="en-US" sz="1600" b="1" dirty="0"/>
          </a:p>
        </p:txBody>
      </p:sp>
      <p:sp>
        <p:nvSpPr>
          <p:cNvPr id="8" name="Text 6"/>
          <p:cNvSpPr/>
          <p:nvPr/>
        </p:nvSpPr>
        <p:spPr>
          <a:xfrm>
            <a:off x="640080" y="2212848"/>
            <a:ext cx="640080" cy="640080"/>
          </a:xfrm>
          <a:prstGeom prst="rect">
            <a:avLst/>
          </a:prstGeom>
          <a:noFill/>
          <a:ln/>
        </p:spPr>
        <p:txBody>
          <a:bodyPr wrap="square" lIns="0" tIns="0" rIns="0" bIns="0" rtlCol="0" anchor="ctr"/>
          <a:lstStyle/>
          <a:p>
            <a:pPr marL="0" indent="0">
              <a:buNone/>
            </a:pPr>
            <a:r>
              <a:rPr lang="en-US" sz="2200" b="1" dirty="0">
                <a:solidFill>
                  <a:srgbClr val="0E8F8F"/>
                </a:solidFill>
                <a:ea typeface="Trebuchet MS" pitchFamily="34" charset="-122"/>
                <a:cs typeface="Trebuchet MS" pitchFamily="34" charset="-120"/>
              </a:rPr>
              <a:t>02</a:t>
            </a:r>
            <a:endParaRPr lang="en-US" sz="2200" b="1" dirty="0"/>
          </a:p>
        </p:txBody>
      </p:sp>
      <p:sp>
        <p:nvSpPr>
          <p:cNvPr id="11" name="Text 9"/>
          <p:cNvSpPr/>
          <p:nvPr/>
        </p:nvSpPr>
        <p:spPr>
          <a:xfrm>
            <a:off x="640080" y="3054096"/>
            <a:ext cx="640080" cy="640080"/>
          </a:xfrm>
          <a:prstGeom prst="rect">
            <a:avLst/>
          </a:prstGeom>
          <a:noFill/>
          <a:ln/>
        </p:spPr>
        <p:txBody>
          <a:bodyPr wrap="square" lIns="0" tIns="0" rIns="0" bIns="0" rtlCol="0" anchor="ctr"/>
          <a:lstStyle/>
          <a:p>
            <a:pPr marL="0" indent="0">
              <a:buNone/>
            </a:pPr>
            <a:r>
              <a:rPr lang="en-US" sz="2200" b="1" dirty="0">
                <a:solidFill>
                  <a:srgbClr val="0E8F8F"/>
                </a:solidFill>
                <a:ea typeface="Trebuchet MS" pitchFamily="34" charset="-122"/>
                <a:cs typeface="Trebuchet MS" pitchFamily="34" charset="-120"/>
              </a:rPr>
              <a:t>03</a:t>
            </a:r>
            <a:endParaRPr lang="en-US" sz="2200" b="1" dirty="0"/>
          </a:p>
        </p:txBody>
      </p:sp>
      <p:sp>
        <p:nvSpPr>
          <p:cNvPr id="14" name="Text 12"/>
          <p:cNvSpPr/>
          <p:nvPr/>
        </p:nvSpPr>
        <p:spPr>
          <a:xfrm>
            <a:off x="640080" y="3895344"/>
            <a:ext cx="640080" cy="640080"/>
          </a:xfrm>
          <a:prstGeom prst="rect">
            <a:avLst/>
          </a:prstGeom>
          <a:noFill/>
          <a:ln/>
        </p:spPr>
        <p:txBody>
          <a:bodyPr wrap="square" lIns="0" tIns="0" rIns="0" bIns="0" rtlCol="0" anchor="ctr"/>
          <a:lstStyle/>
          <a:p>
            <a:pPr marL="0" indent="0">
              <a:buNone/>
            </a:pPr>
            <a:r>
              <a:rPr lang="en-US" sz="2200" b="1" dirty="0">
                <a:solidFill>
                  <a:srgbClr val="0E8F8F"/>
                </a:solidFill>
                <a:ea typeface="Trebuchet MS" pitchFamily="34" charset="-122"/>
                <a:cs typeface="Trebuchet MS" pitchFamily="34" charset="-120"/>
              </a:rPr>
              <a:t>04</a:t>
            </a:r>
            <a:endParaRPr lang="en-US" sz="2200" b="1" dirty="0"/>
          </a:p>
        </p:txBody>
      </p:sp>
      <p:sp>
        <p:nvSpPr>
          <p:cNvPr id="15" name="Text 13"/>
          <p:cNvSpPr/>
          <p:nvPr/>
        </p:nvSpPr>
        <p:spPr>
          <a:xfrm>
            <a:off x="1241659" y="3034364"/>
            <a:ext cx="3474720" cy="365760"/>
          </a:xfrm>
          <a:prstGeom prst="rect">
            <a:avLst/>
          </a:prstGeom>
          <a:noFill/>
          <a:ln/>
        </p:spPr>
        <p:txBody>
          <a:bodyPr wrap="square" lIns="0" tIns="0" rIns="0" bIns="0" rtlCol="0" anchor="ctr"/>
          <a:lstStyle/>
          <a:p>
            <a:pPr marL="0" indent="0">
              <a:buNone/>
            </a:pPr>
            <a:r>
              <a:rPr lang="en-US" sz="1600" b="1" dirty="0">
                <a:solidFill>
                  <a:srgbClr val="1E2A38"/>
                </a:solidFill>
                <a:ea typeface="Calibri" pitchFamily="34" charset="-122"/>
                <a:cs typeface="Calibri" pitchFamily="34" charset="-120"/>
              </a:rPr>
              <a:t>시스템 아키텍처</a:t>
            </a:r>
            <a:endParaRPr lang="en-US" sz="1600" b="1" dirty="0"/>
          </a:p>
        </p:txBody>
      </p:sp>
      <p:sp>
        <p:nvSpPr>
          <p:cNvPr id="17" name="Text 15"/>
          <p:cNvSpPr/>
          <p:nvPr/>
        </p:nvSpPr>
        <p:spPr>
          <a:xfrm>
            <a:off x="4800600" y="1371600"/>
            <a:ext cx="640080" cy="640080"/>
          </a:xfrm>
          <a:prstGeom prst="rect">
            <a:avLst/>
          </a:prstGeom>
          <a:noFill/>
          <a:ln/>
        </p:spPr>
        <p:txBody>
          <a:bodyPr wrap="square" lIns="0" tIns="0" rIns="0" bIns="0" rtlCol="0" anchor="ctr"/>
          <a:lstStyle/>
          <a:p>
            <a:pPr marL="0" indent="0">
              <a:buNone/>
            </a:pPr>
            <a:r>
              <a:rPr lang="en-US" sz="2200" b="1">
                <a:solidFill>
                  <a:srgbClr val="0E8F8F"/>
                </a:solidFill>
                <a:ea typeface="Trebuchet MS" pitchFamily="34" charset="-122"/>
                <a:cs typeface="Trebuchet MS" pitchFamily="34" charset="-120"/>
              </a:rPr>
              <a:t>05</a:t>
            </a:r>
            <a:endParaRPr lang="en-US" sz="2200" b="1" dirty="0"/>
          </a:p>
        </p:txBody>
      </p:sp>
      <p:sp>
        <p:nvSpPr>
          <p:cNvPr id="18" name="Text 16"/>
          <p:cNvSpPr/>
          <p:nvPr/>
        </p:nvSpPr>
        <p:spPr>
          <a:xfrm>
            <a:off x="1280160" y="3944432"/>
            <a:ext cx="3474720" cy="365760"/>
          </a:xfrm>
          <a:prstGeom prst="rect">
            <a:avLst/>
          </a:prstGeom>
          <a:noFill/>
          <a:ln/>
        </p:spPr>
        <p:txBody>
          <a:bodyPr wrap="square" lIns="0" tIns="0" rIns="0" bIns="0" rtlCol="0" anchor="ctr"/>
          <a:lstStyle/>
          <a:p>
            <a:pPr marL="0" indent="0">
              <a:buNone/>
            </a:pPr>
            <a:r>
              <a:rPr lang="en-US" sz="1600" b="1" dirty="0">
                <a:solidFill>
                  <a:srgbClr val="1E2A38"/>
                </a:solidFill>
                <a:ea typeface="Calibri" pitchFamily="34" charset="-122"/>
                <a:cs typeface="Calibri" pitchFamily="34" charset="-120"/>
              </a:rPr>
              <a:t>주요 </a:t>
            </a:r>
            <a:r>
              <a:rPr lang="en-US" sz="1600" b="1" dirty="0" err="1">
                <a:solidFill>
                  <a:srgbClr val="1E2A38"/>
                </a:solidFill>
                <a:ea typeface="Calibri" pitchFamily="34" charset="-122"/>
                <a:cs typeface="Calibri" pitchFamily="34" charset="-120"/>
              </a:rPr>
              <a:t>기능</a:t>
            </a:r>
            <a:r>
              <a:rPr lang="en-US" sz="1600" b="1" dirty="0">
                <a:solidFill>
                  <a:srgbClr val="1E2A38"/>
                </a:solidFill>
                <a:ea typeface="Calibri" pitchFamily="34" charset="-122"/>
                <a:cs typeface="Calibri" pitchFamily="34" charset="-120"/>
              </a:rPr>
              <a:t> </a:t>
            </a:r>
            <a:endParaRPr lang="en-US" sz="1600" b="1" dirty="0"/>
          </a:p>
        </p:txBody>
      </p:sp>
      <p:sp>
        <p:nvSpPr>
          <p:cNvPr id="21" name="Text 19"/>
          <p:cNvSpPr/>
          <p:nvPr/>
        </p:nvSpPr>
        <p:spPr>
          <a:xfrm>
            <a:off x="5440680" y="1321549"/>
            <a:ext cx="3474720" cy="365760"/>
          </a:xfrm>
          <a:prstGeom prst="rect">
            <a:avLst/>
          </a:prstGeom>
          <a:noFill/>
          <a:ln/>
        </p:spPr>
        <p:txBody>
          <a:bodyPr wrap="square" lIns="0" tIns="0" rIns="0" bIns="0" rtlCol="0" anchor="ctr"/>
          <a:lstStyle/>
          <a:p>
            <a:pPr marL="0" indent="0">
              <a:buNone/>
            </a:pPr>
            <a:r>
              <a:rPr lang="en-US" sz="1600" b="1" dirty="0">
                <a:solidFill>
                  <a:srgbClr val="1E2A38"/>
                </a:solidFill>
                <a:ea typeface="Calibri" pitchFamily="34" charset="-122"/>
                <a:cs typeface="Calibri" pitchFamily="34" charset="-120"/>
              </a:rPr>
              <a:t>테스트</a:t>
            </a:r>
            <a:endParaRPr lang="en-US" sz="1600" b="1" dirty="0"/>
          </a:p>
        </p:txBody>
      </p:sp>
      <p:sp>
        <p:nvSpPr>
          <p:cNvPr id="29" name="Text 27"/>
          <p:cNvSpPr/>
          <p:nvPr/>
        </p:nvSpPr>
        <p:spPr>
          <a:xfrm>
            <a:off x="8321040" y="4736592"/>
            <a:ext cx="640080" cy="274320"/>
          </a:xfrm>
          <a:prstGeom prst="rect">
            <a:avLst/>
          </a:prstGeom>
          <a:noFill/>
          <a:ln/>
        </p:spPr>
        <p:txBody>
          <a:bodyPr wrap="square" rtlCol="0" anchor="ctr"/>
          <a:lstStyle/>
          <a:p>
            <a:pPr marL="0" indent="0" algn="r">
              <a:buNone/>
            </a:pPr>
            <a:r>
              <a:rPr lang="en-US" sz="1000" b="1" dirty="0">
                <a:solidFill>
                  <a:srgbClr val="5B6B7B"/>
                </a:solidFill>
                <a:ea typeface="Calibri" pitchFamily="34" charset="-122"/>
                <a:cs typeface="Calibri" pitchFamily="34" charset="-120"/>
              </a:rPr>
              <a:t>2</a:t>
            </a:r>
            <a:endParaRPr lang="en-US" sz="1000" b="1" dirty="0"/>
          </a:p>
        </p:txBody>
      </p:sp>
      <p:sp>
        <p:nvSpPr>
          <p:cNvPr id="30" name="Text 7"/>
          <p:cNvSpPr/>
          <p:nvPr/>
        </p:nvSpPr>
        <p:spPr>
          <a:xfrm>
            <a:off x="1241659" y="1367991"/>
            <a:ext cx="3474720" cy="365760"/>
          </a:xfrm>
          <a:prstGeom prst="rect">
            <a:avLst/>
          </a:prstGeom>
          <a:noFill/>
          <a:ln/>
        </p:spPr>
        <p:txBody>
          <a:bodyPr wrap="square" lIns="0" tIns="0" rIns="0" bIns="0" rtlCol="0" anchor="ctr"/>
          <a:lstStyle/>
          <a:p>
            <a:pPr marL="0" indent="0">
              <a:buNone/>
            </a:pPr>
            <a:r>
              <a:rPr lang="en-US" sz="1600" b="1" dirty="0">
                <a:solidFill>
                  <a:srgbClr val="1E2A38"/>
                </a:solidFill>
                <a:ea typeface="Calibri" pitchFamily="34" charset="-122"/>
                <a:cs typeface="Calibri" pitchFamily="34" charset="-120"/>
              </a:rPr>
              <a:t>동기 · 문제정의</a:t>
            </a:r>
            <a:endParaRPr lang="en-US" sz="1600" b="1" dirty="0"/>
          </a:p>
        </p:txBody>
      </p:sp>
      <p:sp>
        <p:nvSpPr>
          <p:cNvPr id="10" name="Text 15">
            <a:extLst>
              <a:ext uri="{FF2B5EF4-FFF2-40B4-BE49-F238E27FC236}">
                <a16:creationId xmlns:a16="http://schemas.microsoft.com/office/drawing/2014/main" id="{4A9C6043-A02D-EEBB-C95C-438958B04A99}"/>
              </a:ext>
            </a:extLst>
          </p:cNvPr>
          <p:cNvSpPr/>
          <p:nvPr/>
        </p:nvSpPr>
        <p:spPr>
          <a:xfrm>
            <a:off x="4800600" y="2179846"/>
            <a:ext cx="640080" cy="640080"/>
          </a:xfrm>
          <a:prstGeom prst="rect">
            <a:avLst/>
          </a:prstGeom>
          <a:noFill/>
          <a:ln/>
        </p:spPr>
        <p:txBody>
          <a:bodyPr wrap="square" lIns="0" tIns="0" rIns="0" bIns="0" rtlCol="0" anchor="ctr"/>
          <a:lstStyle/>
          <a:p>
            <a:pPr marL="0" indent="0">
              <a:buNone/>
            </a:pPr>
            <a:r>
              <a:rPr lang="en-US" sz="2200" b="1" dirty="0">
                <a:solidFill>
                  <a:srgbClr val="0E8F8F"/>
                </a:solidFill>
                <a:ea typeface="Trebuchet MS" pitchFamily="34" charset="-122"/>
                <a:cs typeface="Trebuchet MS" pitchFamily="34" charset="-120"/>
              </a:rPr>
              <a:t>06</a:t>
            </a:r>
            <a:endParaRPr lang="en-US" sz="2200" b="1" dirty="0"/>
          </a:p>
        </p:txBody>
      </p:sp>
      <p:sp>
        <p:nvSpPr>
          <p:cNvPr id="23" name="Text 19">
            <a:extLst>
              <a:ext uri="{FF2B5EF4-FFF2-40B4-BE49-F238E27FC236}">
                <a16:creationId xmlns:a16="http://schemas.microsoft.com/office/drawing/2014/main" id="{6CA43CCC-AF56-7555-284F-D03DED2E55F0}"/>
              </a:ext>
            </a:extLst>
          </p:cNvPr>
          <p:cNvSpPr/>
          <p:nvPr/>
        </p:nvSpPr>
        <p:spPr>
          <a:xfrm>
            <a:off x="5440680" y="2350008"/>
            <a:ext cx="3474720" cy="365760"/>
          </a:xfrm>
          <a:prstGeom prst="rect">
            <a:avLst/>
          </a:prstGeom>
          <a:noFill/>
          <a:ln/>
        </p:spPr>
        <p:txBody>
          <a:bodyPr wrap="square" lIns="0" tIns="0" rIns="0" bIns="0" rtlCol="0" anchor="ctr"/>
          <a:lstStyle/>
          <a:p>
            <a:r>
              <a:rPr lang="ko-KR" altLang="en-US" sz="1600" b="1" dirty="0"/>
              <a:t>개발 일정 </a:t>
            </a:r>
            <a:r>
              <a:rPr lang="en-US" altLang="ko-KR" sz="1600" b="1" dirty="0">
                <a:solidFill>
                  <a:srgbClr val="1E2A38"/>
                </a:solidFill>
                <a:ea typeface="Calibri" pitchFamily="34" charset="-122"/>
                <a:cs typeface="Calibri" pitchFamily="34" charset="-120"/>
              </a:rPr>
              <a:t>· </a:t>
            </a:r>
            <a:r>
              <a:rPr lang="ko-KR" altLang="en-US" sz="1600" b="1" dirty="0">
                <a:solidFill>
                  <a:srgbClr val="1E2A38"/>
                </a:solidFill>
                <a:ea typeface="Calibri" pitchFamily="34" charset="-122"/>
                <a:cs typeface="Calibri" pitchFamily="34" charset="-120"/>
              </a:rPr>
              <a:t>역할 분담</a:t>
            </a:r>
            <a:endParaRPr lang="en-US" sz="1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1</a:t>
            </a:r>
            <a:endParaRPr lang="en-US" sz="2400" dirty="0"/>
          </a:p>
        </p:txBody>
      </p:sp>
      <p:sp>
        <p:nvSpPr>
          <p:cNvPr id="4" name="Text 2"/>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700" b="1" dirty="0">
                <a:solidFill>
                  <a:srgbClr val="1E2A38"/>
                </a:solidFill>
                <a:latin typeface="Trebuchet MS" pitchFamily="34" charset="0"/>
                <a:ea typeface="Trebuchet MS" pitchFamily="34" charset="-122"/>
                <a:cs typeface="Trebuchet MS" pitchFamily="34" charset="-120"/>
              </a:rPr>
              <a:t>동기 · 문제정의</a:t>
            </a:r>
            <a:endParaRPr lang="en-US" sz="2700" dirty="0"/>
          </a:p>
        </p:txBody>
      </p:sp>
      <p:sp>
        <p:nvSpPr>
          <p:cNvPr id="5" name="Shape 3"/>
          <p:cNvSpPr/>
          <p:nvPr/>
        </p:nvSpPr>
        <p:spPr>
          <a:xfrm>
            <a:off x="548640" y="1280160"/>
            <a:ext cx="3886200" cy="3063240"/>
          </a:xfrm>
          <a:prstGeom prst="roundRect">
            <a:avLst>
              <a:gd name="adj" fmla="val 1791"/>
            </a:avLst>
          </a:prstGeom>
          <a:solidFill>
            <a:srgbClr val="EEF3F5"/>
          </a:solidFill>
          <a:ln/>
          <a:effectLst>
            <a:outerShdw blurRad="63500" dist="25400" dir="8100000" algn="bl" rotWithShape="0">
              <a:srgbClr val="000000">
                <a:alpha val="12000"/>
              </a:srgbClr>
            </a:outerShdw>
          </a:effectLst>
        </p:spPr>
        <p:txBody>
          <a:bodyPr/>
          <a:lstStyle/>
          <a:p>
            <a:endParaRPr lang="ko-KR" altLang="en-US"/>
          </a:p>
        </p:txBody>
      </p:sp>
      <p:sp>
        <p:nvSpPr>
          <p:cNvPr id="6" name="Text 4"/>
          <p:cNvSpPr/>
          <p:nvPr/>
        </p:nvSpPr>
        <p:spPr>
          <a:xfrm>
            <a:off x="777240" y="1463040"/>
            <a:ext cx="3474720" cy="365760"/>
          </a:xfrm>
          <a:prstGeom prst="rect">
            <a:avLst/>
          </a:prstGeom>
          <a:noFill/>
          <a:ln/>
        </p:spPr>
        <p:txBody>
          <a:bodyPr wrap="square" rtlCol="0" anchor="ctr"/>
          <a:lstStyle/>
          <a:p>
            <a:pPr marL="0" indent="0">
              <a:buNone/>
            </a:pPr>
            <a:r>
              <a:rPr lang="ko-KR" altLang="en-US" sz="1600" b="1" dirty="0">
                <a:solidFill>
                  <a:srgbClr val="1E2A38"/>
                </a:solidFill>
                <a:latin typeface="Calibri" pitchFamily="34" charset="0"/>
                <a:ea typeface="Calibri" pitchFamily="34" charset="-122"/>
                <a:cs typeface="Calibri" pitchFamily="34" charset="-120"/>
              </a:rPr>
              <a:t>문제점 </a:t>
            </a:r>
            <a:r>
              <a:rPr lang="en-US" altLang="ko-KR" sz="1600" b="1" dirty="0">
                <a:solidFill>
                  <a:srgbClr val="1E2A38"/>
                </a:solidFill>
                <a:latin typeface="Calibri" pitchFamily="34" charset="0"/>
                <a:ea typeface="Calibri" pitchFamily="34" charset="-122"/>
                <a:cs typeface="Calibri" pitchFamily="34" charset="-120"/>
              </a:rPr>
              <a:t>: </a:t>
            </a:r>
            <a:r>
              <a:rPr lang="en-US" sz="1600" b="1" dirty="0" err="1">
                <a:solidFill>
                  <a:srgbClr val="1E2A38"/>
                </a:solidFill>
                <a:latin typeface="Calibri" pitchFamily="34" charset="0"/>
                <a:ea typeface="Calibri" pitchFamily="34" charset="-122"/>
                <a:cs typeface="Calibri" pitchFamily="34" charset="-120"/>
              </a:rPr>
              <a:t>기존</a:t>
            </a:r>
            <a:r>
              <a:rPr lang="en-US" sz="1600" b="1" dirty="0">
                <a:solidFill>
                  <a:srgbClr val="1E2A38"/>
                </a:solidFill>
                <a:latin typeface="Calibri" pitchFamily="34" charset="0"/>
                <a:ea typeface="Calibri" pitchFamily="34" charset="-122"/>
                <a:cs typeface="Calibri" pitchFamily="34" charset="-120"/>
              </a:rPr>
              <a:t> AI 학습 도구</a:t>
            </a:r>
            <a:endParaRPr lang="en-US" sz="1600" dirty="0"/>
          </a:p>
        </p:txBody>
      </p:sp>
      <p:sp>
        <p:nvSpPr>
          <p:cNvPr id="7" name="Text 5"/>
          <p:cNvSpPr/>
          <p:nvPr/>
        </p:nvSpPr>
        <p:spPr>
          <a:xfrm>
            <a:off x="777240" y="1920240"/>
            <a:ext cx="3429000" cy="2194560"/>
          </a:xfrm>
          <a:prstGeom prst="rect">
            <a:avLst/>
          </a:prstGeom>
          <a:noFill/>
          <a:ln/>
        </p:spPr>
        <p:txBody>
          <a:bodyPr wrap="square" rtlCol="0" anchor="t"/>
          <a:lstStyle/>
          <a:p>
            <a:pPr marL="342900" indent="-342900">
              <a:spcAft>
                <a:spcPts val="1000"/>
              </a:spcAft>
              <a:buSzPct val="100000"/>
              <a:buChar char="•"/>
            </a:pPr>
            <a:r>
              <a:rPr lang="en-US" sz="1350" dirty="0">
                <a:solidFill>
                  <a:srgbClr val="1E2A38"/>
                </a:solidFill>
                <a:latin typeface="Calibri" pitchFamily="34" charset="0"/>
                <a:ea typeface="Calibri" pitchFamily="34" charset="-122"/>
                <a:cs typeface="Calibri" pitchFamily="34" charset="-120"/>
              </a:rPr>
              <a:t>PDF를 올리면 요약본·퀴즈는 </a:t>
            </a:r>
            <a:r>
              <a:rPr lang="en-US" sz="1350" dirty="0" err="1">
                <a:solidFill>
                  <a:srgbClr val="1E2A38"/>
                </a:solidFill>
                <a:latin typeface="Calibri" pitchFamily="34" charset="0"/>
                <a:ea typeface="Calibri" pitchFamily="34" charset="-122"/>
                <a:cs typeface="Calibri" pitchFamily="34" charset="-120"/>
              </a:rPr>
              <a:t>만들어</a:t>
            </a:r>
            <a:r>
              <a:rPr lang="en-US" sz="1350" dirty="0">
                <a:solidFill>
                  <a:srgbClr val="1E2A38"/>
                </a:solidFill>
                <a:latin typeface="Calibri" pitchFamily="34" charset="0"/>
                <a:ea typeface="Calibri" pitchFamily="34" charset="-122"/>
                <a:cs typeface="Calibri" pitchFamily="34" charset="-120"/>
              </a:rPr>
              <a:t> </a:t>
            </a:r>
            <a:r>
              <a:rPr lang="en-US" sz="1350" dirty="0" err="1">
                <a:solidFill>
                  <a:srgbClr val="1E2A38"/>
                </a:solidFill>
                <a:latin typeface="Calibri" pitchFamily="34" charset="0"/>
                <a:ea typeface="Calibri" pitchFamily="34" charset="-122"/>
                <a:cs typeface="Calibri" pitchFamily="34" charset="-120"/>
              </a:rPr>
              <a:t>준다</a:t>
            </a:r>
            <a:endParaRPr lang="en-US" sz="1350" dirty="0"/>
          </a:p>
          <a:p>
            <a:pPr marL="342900" indent="-342900">
              <a:spcAft>
                <a:spcPts val="900"/>
              </a:spcAft>
              <a:buSzPct val="100000"/>
              <a:buChar char="•"/>
            </a:pPr>
            <a:r>
              <a:rPr lang="en-US" altLang="ko-KR" sz="1400" dirty="0" err="1">
                <a:solidFill>
                  <a:srgbClr val="1E2A38"/>
                </a:solidFill>
                <a:latin typeface="Calibri" pitchFamily="34" charset="0"/>
                <a:ea typeface="Calibri" pitchFamily="34" charset="-122"/>
                <a:cs typeface="Calibri" pitchFamily="34" charset="-120"/>
              </a:rPr>
              <a:t>어느</a:t>
            </a:r>
            <a:r>
              <a:rPr lang="en-US" altLang="ko-KR" sz="1400" dirty="0">
                <a:solidFill>
                  <a:srgbClr val="1E2A38"/>
                </a:solidFill>
                <a:latin typeface="Calibri" pitchFamily="34" charset="0"/>
                <a:ea typeface="Calibri" pitchFamily="34" charset="-122"/>
                <a:cs typeface="Calibri" pitchFamily="34" charset="-120"/>
              </a:rPr>
              <a:t> </a:t>
            </a:r>
            <a:r>
              <a:rPr lang="en-US" altLang="ko-KR" sz="1400" dirty="0" err="1">
                <a:solidFill>
                  <a:srgbClr val="1E2A38"/>
                </a:solidFill>
                <a:latin typeface="Calibri" pitchFamily="34" charset="0"/>
                <a:ea typeface="Calibri" pitchFamily="34" charset="-122"/>
                <a:cs typeface="Calibri" pitchFamily="34" charset="-120"/>
              </a:rPr>
              <a:t>개념에</a:t>
            </a:r>
            <a:r>
              <a:rPr lang="en-US" altLang="ko-KR" sz="1400" dirty="0">
                <a:solidFill>
                  <a:srgbClr val="1E2A38"/>
                </a:solidFill>
                <a:latin typeface="Calibri" pitchFamily="34" charset="0"/>
                <a:ea typeface="Calibri" pitchFamily="34" charset="-122"/>
                <a:cs typeface="Calibri" pitchFamily="34" charset="-120"/>
              </a:rPr>
              <a:t> </a:t>
            </a:r>
            <a:r>
              <a:rPr lang="en-US" altLang="ko-KR" sz="1400" dirty="0" err="1">
                <a:solidFill>
                  <a:srgbClr val="1E2A38"/>
                </a:solidFill>
                <a:latin typeface="Calibri" pitchFamily="34" charset="0"/>
                <a:ea typeface="Calibri" pitchFamily="34" charset="-122"/>
                <a:cs typeface="Calibri" pitchFamily="34" charset="-120"/>
              </a:rPr>
              <a:t>취약한지</a:t>
            </a:r>
            <a:r>
              <a:rPr lang="en-US" altLang="ko-KR" sz="1400"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지속적으로</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파악하기</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어렵다</a:t>
            </a:r>
            <a:endParaRPr lang="en-US" altLang="ko-KR" sz="1400" b="1" dirty="0"/>
          </a:p>
          <a:p>
            <a:pPr marL="342900" indent="-342900">
              <a:spcAft>
                <a:spcPts val="900"/>
              </a:spcAft>
              <a:buSzPct val="100000"/>
              <a:buChar char="•"/>
            </a:pPr>
            <a:r>
              <a:rPr lang="en-US" altLang="ko-KR" sz="1400" b="1" dirty="0" err="1">
                <a:solidFill>
                  <a:srgbClr val="1E2A38"/>
                </a:solidFill>
                <a:latin typeface="Calibri" pitchFamily="34" charset="0"/>
                <a:ea typeface="Calibri" pitchFamily="34" charset="-122"/>
                <a:cs typeface="Calibri" pitchFamily="34" charset="-120"/>
              </a:rPr>
              <a:t>이전</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풀이</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결과를</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반영한</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맞춤</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출제에</a:t>
            </a:r>
            <a:r>
              <a:rPr lang="en-US" altLang="ko-KR" sz="1400" b="1" dirty="0">
                <a:solidFill>
                  <a:srgbClr val="1E2A38"/>
                </a:solidFill>
                <a:latin typeface="Calibri" pitchFamily="34" charset="0"/>
                <a:ea typeface="Calibri" pitchFamily="34" charset="-122"/>
                <a:cs typeface="Calibri" pitchFamily="34" charset="-120"/>
              </a:rPr>
              <a:t> </a:t>
            </a:r>
            <a:r>
              <a:rPr lang="en-US" altLang="ko-KR" sz="1400" b="1" dirty="0" err="1">
                <a:solidFill>
                  <a:srgbClr val="1E2A38"/>
                </a:solidFill>
                <a:latin typeface="Calibri" pitchFamily="34" charset="0"/>
                <a:ea typeface="Calibri" pitchFamily="34" charset="-122"/>
                <a:cs typeface="Calibri" pitchFamily="34" charset="-120"/>
              </a:rPr>
              <a:t>한계</a:t>
            </a:r>
            <a:r>
              <a:rPr lang="en-US" altLang="ko-KR" sz="1400" dirty="0" err="1">
                <a:solidFill>
                  <a:srgbClr val="1E2A38"/>
                </a:solidFill>
                <a:latin typeface="Calibri" pitchFamily="34" charset="0"/>
                <a:ea typeface="Calibri" pitchFamily="34" charset="-122"/>
                <a:cs typeface="Calibri" pitchFamily="34" charset="-120"/>
              </a:rPr>
              <a:t>가</a:t>
            </a:r>
            <a:r>
              <a:rPr lang="en-US" altLang="ko-KR" sz="1400" dirty="0">
                <a:solidFill>
                  <a:srgbClr val="1E2A38"/>
                </a:solidFill>
                <a:latin typeface="Calibri" pitchFamily="34" charset="0"/>
                <a:ea typeface="Calibri" pitchFamily="34" charset="-122"/>
                <a:cs typeface="Calibri" pitchFamily="34" charset="-120"/>
              </a:rPr>
              <a:t> </a:t>
            </a:r>
            <a:r>
              <a:rPr lang="en-US" altLang="ko-KR" sz="1400" dirty="0" err="1">
                <a:solidFill>
                  <a:srgbClr val="1E2A38"/>
                </a:solidFill>
                <a:latin typeface="Calibri" pitchFamily="34" charset="0"/>
                <a:ea typeface="Calibri" pitchFamily="34" charset="-122"/>
                <a:cs typeface="Calibri" pitchFamily="34" charset="-120"/>
              </a:rPr>
              <a:t>있다</a:t>
            </a:r>
            <a:endParaRPr lang="en-US" altLang="ko-KR" sz="1400" dirty="0"/>
          </a:p>
        </p:txBody>
      </p:sp>
      <p:sp>
        <p:nvSpPr>
          <p:cNvPr id="8" name="Shape 6"/>
          <p:cNvSpPr/>
          <p:nvPr/>
        </p:nvSpPr>
        <p:spPr>
          <a:xfrm>
            <a:off x="4709160" y="1280160"/>
            <a:ext cx="3886200" cy="3063240"/>
          </a:xfrm>
          <a:prstGeom prst="roundRect">
            <a:avLst>
              <a:gd name="adj" fmla="val 1791"/>
            </a:avLst>
          </a:prstGeom>
          <a:solidFill>
            <a:srgbClr val="E3F3F1"/>
          </a:solidFill>
          <a:ln/>
          <a:effectLst>
            <a:outerShdw blurRad="63500" dist="25400" dir="8100000" algn="bl" rotWithShape="0">
              <a:srgbClr val="000000">
                <a:alpha val="12000"/>
              </a:srgbClr>
            </a:outerShdw>
          </a:effectLst>
        </p:spPr>
        <p:txBody>
          <a:bodyPr/>
          <a:lstStyle/>
          <a:p>
            <a:endParaRPr lang="ko-KR" altLang="en-US"/>
          </a:p>
        </p:txBody>
      </p:sp>
      <p:sp>
        <p:nvSpPr>
          <p:cNvPr id="9" name="Text 7"/>
          <p:cNvSpPr/>
          <p:nvPr/>
        </p:nvSpPr>
        <p:spPr>
          <a:xfrm>
            <a:off x="4937760" y="1463040"/>
            <a:ext cx="3474720" cy="365760"/>
          </a:xfrm>
          <a:prstGeom prst="rect">
            <a:avLst/>
          </a:prstGeom>
          <a:noFill/>
          <a:ln/>
        </p:spPr>
        <p:txBody>
          <a:bodyPr wrap="square" rtlCol="0" anchor="ctr"/>
          <a:lstStyle/>
          <a:p>
            <a:pPr marL="0" indent="0">
              <a:buNone/>
            </a:pPr>
            <a:r>
              <a:rPr lang="ko-KR" altLang="en-US" sz="1600" b="1" dirty="0">
                <a:solidFill>
                  <a:srgbClr val="0E8F8F"/>
                </a:solidFill>
                <a:latin typeface="Calibri" pitchFamily="34" charset="0"/>
                <a:ea typeface="Calibri" pitchFamily="34" charset="-122"/>
                <a:cs typeface="Calibri" pitchFamily="34" charset="-120"/>
              </a:rPr>
              <a:t>해결</a:t>
            </a:r>
            <a:r>
              <a:rPr lang="en-US" sz="1600" b="1" dirty="0">
                <a:solidFill>
                  <a:srgbClr val="0E8F8F"/>
                </a:solidFill>
                <a:latin typeface="Calibri" pitchFamily="34" charset="0"/>
                <a:ea typeface="Calibri" pitchFamily="34" charset="-122"/>
                <a:cs typeface="Calibri" pitchFamily="34" charset="-120"/>
              </a:rPr>
              <a:t> </a:t>
            </a:r>
            <a:endParaRPr lang="en-US" sz="1600" dirty="0"/>
          </a:p>
        </p:txBody>
      </p:sp>
      <p:sp>
        <p:nvSpPr>
          <p:cNvPr id="10" name="Text 8"/>
          <p:cNvSpPr/>
          <p:nvPr/>
        </p:nvSpPr>
        <p:spPr>
          <a:xfrm>
            <a:off x="4937760" y="1920240"/>
            <a:ext cx="3429000" cy="2240280"/>
          </a:xfrm>
          <a:prstGeom prst="rect">
            <a:avLst/>
          </a:prstGeom>
          <a:noFill/>
          <a:ln/>
        </p:spPr>
        <p:txBody>
          <a:bodyPr wrap="square" rtlCol="0" anchor="t"/>
          <a:lstStyle/>
          <a:p>
            <a:pPr marL="342900" indent="-342900">
              <a:spcAft>
                <a:spcPts val="900"/>
              </a:spcAft>
              <a:buSzPct val="100000"/>
              <a:buChar char="•"/>
            </a:pPr>
            <a:r>
              <a:rPr lang="ko-KR" altLang="en-US" sz="1300" dirty="0"/>
              <a:t>퀴즈 </a:t>
            </a:r>
            <a:r>
              <a:rPr lang="ko-KR" altLang="en-US" sz="1300" b="1" dirty="0"/>
              <a:t>풀이 결과를 저장</a:t>
            </a:r>
            <a:r>
              <a:rPr lang="ko-KR" altLang="en-US" sz="1300" dirty="0"/>
              <a:t>하고 학습별 숙련도를 업데이트하여</a:t>
            </a:r>
            <a:r>
              <a:rPr lang="en-US" altLang="ko-KR" sz="1300" dirty="0"/>
              <a:t>, </a:t>
            </a:r>
            <a:r>
              <a:rPr lang="ko-KR" altLang="en-US" sz="1300" dirty="0"/>
              <a:t>사용자가 </a:t>
            </a:r>
            <a:r>
              <a:rPr lang="ko-KR" altLang="en-US" sz="1300" b="1" dirty="0"/>
              <a:t>강한 개념과 취약한 개념을 확인</a:t>
            </a:r>
            <a:r>
              <a:rPr lang="ko-KR" altLang="en-US" sz="1300" dirty="0"/>
              <a:t>할 수 있도록 한다</a:t>
            </a:r>
            <a:r>
              <a:rPr lang="en-US" altLang="ko-KR" sz="1300" dirty="0"/>
              <a:t>.</a:t>
            </a:r>
          </a:p>
          <a:p>
            <a:pPr marL="342900" indent="-342900">
              <a:spcAft>
                <a:spcPts val="900"/>
              </a:spcAft>
              <a:buSzPct val="100000"/>
              <a:buChar char="•"/>
            </a:pPr>
            <a:r>
              <a:rPr lang="ko-KR" altLang="en-US" sz="1300" b="1" dirty="0"/>
              <a:t>학습 상태에 따라 달라지는 문제</a:t>
            </a:r>
            <a:r>
              <a:rPr lang="ko-KR" altLang="en-US" sz="1300" dirty="0"/>
              <a:t>를 통하여 부족한 개념을 중심으로 반복 학습할 수 있도록 한다</a:t>
            </a:r>
            <a:r>
              <a:rPr lang="en-US" altLang="ko-KR" sz="1300" dirty="0"/>
              <a:t>.</a:t>
            </a:r>
            <a:endParaRPr lang="en-US" sz="1300" dirty="0"/>
          </a:p>
        </p:txBody>
      </p:sp>
      <p:sp>
        <p:nvSpPr>
          <p:cNvPr id="11" name="Text 9"/>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4</a:t>
            </a:r>
            <a:endParaRPr lang="en-US" sz="1000" dirty="0"/>
          </a:p>
        </p:txBody>
      </p:sp>
      <p:sp>
        <p:nvSpPr>
          <p:cNvPr id="25" name="Shape 23"/>
          <p:cNvSpPr/>
          <p:nvPr/>
        </p:nvSpPr>
        <p:spPr>
          <a:xfrm>
            <a:off x="548640" y="3794760"/>
            <a:ext cx="8046720" cy="640080"/>
          </a:xfrm>
          <a:prstGeom prst="roundRect">
            <a:avLst>
              <a:gd name="adj" fmla="val 8571"/>
            </a:avLst>
          </a:prstGeom>
          <a:solidFill>
            <a:srgbClr val="12243B"/>
          </a:solidFill>
          <a:ln/>
        </p:spPr>
        <p:txBody>
          <a:bodyPr/>
          <a:lstStyle/>
          <a:p>
            <a:endParaRPr lang="ko-KR" altLang="en-US" dirty="0"/>
          </a:p>
        </p:txBody>
      </p:sp>
      <p:sp>
        <p:nvSpPr>
          <p:cNvPr id="26" name="Text 24"/>
          <p:cNvSpPr/>
          <p:nvPr/>
        </p:nvSpPr>
        <p:spPr>
          <a:xfrm>
            <a:off x="777240" y="3794760"/>
            <a:ext cx="7589520" cy="640080"/>
          </a:xfrm>
          <a:prstGeom prst="rect">
            <a:avLst/>
          </a:prstGeom>
          <a:noFill/>
          <a:ln/>
        </p:spPr>
        <p:txBody>
          <a:bodyPr wrap="square" rtlCol="0" anchor="ctr"/>
          <a:lstStyle/>
          <a:p>
            <a:pPr marL="0" indent="0">
              <a:buNone/>
            </a:pPr>
            <a:r>
              <a:rPr lang="ko-KR" altLang="en-US" sz="1300" b="1" dirty="0">
                <a:solidFill>
                  <a:srgbClr val="12B5A6"/>
                </a:solidFill>
                <a:latin typeface="Calibri" pitchFamily="34" charset="0"/>
                <a:ea typeface="Calibri" pitchFamily="34" charset="-122"/>
                <a:cs typeface="Calibri" pitchFamily="34" charset="-120"/>
              </a:rPr>
              <a:t>목표</a:t>
            </a:r>
            <a:r>
              <a:rPr lang="en-US" altLang="ko-KR" sz="1300" b="1" dirty="0">
                <a:solidFill>
                  <a:srgbClr val="12B5A6"/>
                </a:solidFill>
                <a:latin typeface="Calibri" pitchFamily="34" charset="0"/>
                <a:ea typeface="Calibri" pitchFamily="34" charset="-122"/>
                <a:cs typeface="Calibri" pitchFamily="34" charset="-120"/>
              </a:rPr>
              <a:t>:</a:t>
            </a:r>
            <a:r>
              <a:rPr lang="en-US" sz="1300" b="1" dirty="0">
                <a:solidFill>
                  <a:srgbClr val="12B5A6"/>
                </a:solidFill>
                <a:latin typeface="Calibri" pitchFamily="34" charset="0"/>
                <a:ea typeface="Calibri" pitchFamily="34" charset="-122"/>
                <a:cs typeface="Calibri" pitchFamily="34" charset="-120"/>
              </a:rPr>
              <a:t>   </a:t>
            </a:r>
            <a:r>
              <a:rPr lang="en-US" sz="1400" b="1" dirty="0">
                <a:solidFill>
                  <a:srgbClr val="FFFFFF"/>
                </a:solidFill>
                <a:latin typeface="Calibri" pitchFamily="34" charset="0"/>
                <a:ea typeface="Calibri" pitchFamily="34" charset="-122"/>
                <a:cs typeface="Calibri" pitchFamily="34" charset="-120"/>
              </a:rPr>
              <a:t>단순 </a:t>
            </a:r>
            <a:r>
              <a:rPr lang="en-US" sz="1400" b="1" dirty="0" err="1">
                <a:solidFill>
                  <a:srgbClr val="FFFFFF"/>
                </a:solidFill>
                <a:latin typeface="Calibri" pitchFamily="34" charset="0"/>
                <a:ea typeface="Calibri" pitchFamily="34" charset="-122"/>
                <a:cs typeface="Calibri" pitchFamily="34" charset="-120"/>
              </a:rPr>
              <a:t>문제</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생성</a:t>
            </a:r>
            <a:r>
              <a:rPr lang="ko-KR" altLang="en-US" sz="1400" b="1" dirty="0">
                <a:solidFill>
                  <a:srgbClr val="FFFFFF"/>
                </a:solidFill>
                <a:latin typeface="Calibri" pitchFamily="34" charset="0"/>
                <a:ea typeface="Calibri" pitchFamily="34" charset="-122"/>
                <a:cs typeface="Calibri" pitchFamily="34" charset="-120"/>
              </a:rPr>
              <a:t>이 아닌</a:t>
            </a:r>
            <a:r>
              <a:rPr lang="en-US" altLang="ko-KR" sz="1400" b="1" dirty="0">
                <a:solidFill>
                  <a:srgbClr val="FFFFFF"/>
                </a:solidFill>
                <a:latin typeface="Calibri" pitchFamily="34" charset="0"/>
                <a:ea typeface="Calibri" pitchFamily="34" charset="-122"/>
                <a:cs typeface="Calibri" pitchFamily="34" charset="-120"/>
              </a:rPr>
              <a:t>,</a:t>
            </a:r>
            <a:r>
              <a:rPr lang="en-US" sz="1400" b="1" dirty="0">
                <a:solidFill>
                  <a:srgbClr val="FFFFFF"/>
                </a:solidFill>
                <a:latin typeface="Calibri" pitchFamily="34" charset="0"/>
                <a:ea typeface="Calibri" pitchFamily="34" charset="-122"/>
                <a:cs typeface="Calibri" pitchFamily="34" charset="-120"/>
              </a:rPr>
              <a:t> </a:t>
            </a:r>
            <a:r>
              <a:rPr lang="ko-KR" altLang="en-US" sz="1400" b="1" dirty="0">
                <a:solidFill>
                  <a:srgbClr val="FFFFFF"/>
                </a:solidFill>
                <a:latin typeface="Calibri" pitchFamily="34" charset="0"/>
                <a:ea typeface="Calibri" pitchFamily="34" charset="-122"/>
                <a:cs typeface="Calibri" pitchFamily="34" charset="-120"/>
              </a:rPr>
              <a:t>학생의 성취 수준을 고려하여 </a:t>
            </a:r>
            <a:r>
              <a:rPr lang="en-US" sz="1400" b="1" dirty="0" err="1">
                <a:solidFill>
                  <a:srgbClr val="FFFFFF"/>
                </a:solidFill>
                <a:latin typeface="Calibri" pitchFamily="34" charset="0"/>
                <a:ea typeface="Calibri" pitchFamily="34" charset="-122"/>
                <a:cs typeface="Calibri" pitchFamily="34" charset="-120"/>
              </a:rPr>
              <a:t>맞춤</a:t>
            </a:r>
            <a:r>
              <a:rPr lang="en-US" sz="1400" b="1" dirty="0">
                <a:solidFill>
                  <a:srgbClr val="FFFFFF"/>
                </a:solidFill>
                <a:latin typeface="Calibri" pitchFamily="34" charset="0"/>
                <a:ea typeface="Calibri" pitchFamily="34" charset="-122"/>
                <a:cs typeface="Calibri" pitchFamily="34" charset="-120"/>
              </a:rPr>
              <a:t> </a:t>
            </a:r>
            <a:r>
              <a:rPr lang="ko-KR" altLang="en-US" sz="1400" b="1" dirty="0">
                <a:solidFill>
                  <a:srgbClr val="FFFFFF"/>
                </a:solidFill>
                <a:latin typeface="Calibri" pitchFamily="34" charset="0"/>
                <a:ea typeface="Calibri" pitchFamily="34" charset="-122"/>
                <a:cs typeface="Calibri" pitchFamily="34" charset="-120"/>
              </a:rPr>
              <a:t>난이도의 문제를 </a:t>
            </a:r>
            <a:r>
              <a:rPr lang="en-US" sz="1400" b="1" dirty="0" err="1">
                <a:solidFill>
                  <a:srgbClr val="FFFFFF"/>
                </a:solidFill>
                <a:latin typeface="Calibri" pitchFamily="34" charset="0"/>
                <a:ea typeface="Calibri" pitchFamily="34" charset="-122"/>
                <a:cs typeface="Calibri" pitchFamily="34" charset="-120"/>
              </a:rPr>
              <a:t>출제한다</a:t>
            </a:r>
            <a:endParaRPr lang="en-US" sz="13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2</a:t>
            </a:r>
            <a:endParaRPr lang="en-US" sz="2400" dirty="0"/>
          </a:p>
        </p:txBody>
      </p:sp>
      <p:sp>
        <p:nvSpPr>
          <p:cNvPr id="4" name="Text 2"/>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700" b="1" dirty="0">
                <a:solidFill>
                  <a:srgbClr val="1E2A38"/>
                </a:solidFill>
                <a:latin typeface="Trebuchet MS" pitchFamily="34" charset="0"/>
                <a:ea typeface="Trebuchet MS" pitchFamily="34" charset="-122"/>
                <a:cs typeface="Trebuchet MS" pitchFamily="34" charset="-120"/>
              </a:rPr>
              <a:t>개요</a:t>
            </a:r>
            <a:endParaRPr lang="en-US" sz="2700" dirty="0"/>
          </a:p>
        </p:txBody>
      </p:sp>
      <p:sp>
        <p:nvSpPr>
          <p:cNvPr id="5" name="Shape 3"/>
          <p:cNvSpPr/>
          <p:nvPr/>
        </p:nvSpPr>
        <p:spPr>
          <a:xfrm>
            <a:off x="548640" y="1234440"/>
            <a:ext cx="8046720" cy="914400"/>
          </a:xfrm>
          <a:prstGeom prst="roundRect">
            <a:avLst>
              <a:gd name="adj" fmla="val 6000"/>
            </a:avLst>
          </a:prstGeom>
          <a:solidFill>
            <a:srgbClr val="E3F3F1"/>
          </a:solidFill>
          <a:ln/>
        </p:spPr>
        <p:txBody>
          <a:bodyPr/>
          <a:lstStyle/>
          <a:p>
            <a:endParaRPr lang="ko-KR" altLang="en-US"/>
          </a:p>
        </p:txBody>
      </p:sp>
      <p:sp>
        <p:nvSpPr>
          <p:cNvPr id="6" name="Text 4"/>
          <p:cNvSpPr/>
          <p:nvPr/>
        </p:nvSpPr>
        <p:spPr>
          <a:xfrm>
            <a:off x="777240" y="1280160"/>
            <a:ext cx="7589520" cy="822960"/>
          </a:xfrm>
          <a:prstGeom prst="rect">
            <a:avLst/>
          </a:prstGeom>
          <a:noFill/>
          <a:ln/>
        </p:spPr>
        <p:txBody>
          <a:bodyPr wrap="square" rtlCol="0" anchor="ctr"/>
          <a:lstStyle/>
          <a:p>
            <a:pPr marL="0" indent="0">
              <a:buNone/>
            </a:pPr>
            <a:r>
              <a:rPr lang="en-US" sz="1300" b="1" dirty="0">
                <a:solidFill>
                  <a:srgbClr val="0E8F8F"/>
                </a:solidFill>
                <a:latin typeface="Calibri" pitchFamily="34" charset="0"/>
                <a:ea typeface="Calibri" pitchFamily="34" charset="-122"/>
                <a:cs typeface="Calibri" pitchFamily="34" charset="-120"/>
              </a:rPr>
              <a:t>MVP</a:t>
            </a:r>
            <a:r>
              <a:rPr lang="ko-KR" altLang="en-US" sz="1300" b="1" dirty="0">
                <a:solidFill>
                  <a:srgbClr val="0E8F8F"/>
                </a:solidFill>
                <a:latin typeface="Calibri" pitchFamily="34" charset="0"/>
                <a:ea typeface="Calibri" pitchFamily="34" charset="-122"/>
                <a:cs typeface="Calibri" pitchFamily="34" charset="-120"/>
              </a:rPr>
              <a:t> </a:t>
            </a:r>
            <a:r>
              <a:rPr lang="en-US" sz="1400" dirty="0">
                <a:solidFill>
                  <a:srgbClr val="1E2A38"/>
                </a:solidFill>
                <a:latin typeface="Calibri" pitchFamily="34" charset="0"/>
                <a:ea typeface="Calibri" pitchFamily="34" charset="-122"/>
                <a:cs typeface="Calibri" pitchFamily="34" charset="-120"/>
              </a:rPr>
              <a:t>PDF 강의자료를 올리면 AI가 요약·키워드 추출·퀴즈/모의고사를 생성하고, 풀이 결과로 </a:t>
            </a:r>
            <a:r>
              <a:rPr lang="en-US" sz="1400" dirty="0" err="1">
                <a:solidFill>
                  <a:srgbClr val="1E2A38"/>
                </a:solidFill>
                <a:latin typeface="Calibri" pitchFamily="34" charset="0"/>
                <a:ea typeface="Calibri" pitchFamily="34" charset="-122"/>
                <a:cs typeface="Calibri" pitchFamily="34" charset="-120"/>
              </a:rPr>
              <a:t>학습</a:t>
            </a:r>
            <a:r>
              <a:rPr lang="en-US" sz="1400" dirty="0">
                <a:solidFill>
                  <a:srgbClr val="1E2A38"/>
                </a:solidFill>
                <a:latin typeface="Calibri" pitchFamily="34" charset="0"/>
                <a:ea typeface="Calibri" pitchFamily="34" charset="-122"/>
                <a:cs typeface="Calibri" pitchFamily="34" charset="-120"/>
              </a:rPr>
              <a:t> </a:t>
            </a:r>
            <a:r>
              <a:rPr lang="en-US" sz="1400" dirty="0" err="1">
                <a:solidFill>
                  <a:srgbClr val="1E2A38"/>
                </a:solidFill>
                <a:latin typeface="Calibri" pitchFamily="34" charset="0"/>
                <a:ea typeface="Calibri" pitchFamily="34" charset="-122"/>
                <a:cs typeface="Calibri" pitchFamily="34" charset="-120"/>
              </a:rPr>
              <a:t>수준</a:t>
            </a:r>
            <a:r>
              <a:rPr lang="en-US" sz="1400" dirty="0">
                <a:solidFill>
                  <a:srgbClr val="1E2A38"/>
                </a:solidFill>
                <a:latin typeface="Calibri" pitchFamily="34" charset="0"/>
                <a:ea typeface="Calibri" pitchFamily="34" charset="-122"/>
                <a:cs typeface="Calibri" pitchFamily="34" charset="-120"/>
              </a:rPr>
              <a:t>(Mastery)을 키워드 단위로 </a:t>
            </a:r>
            <a:r>
              <a:rPr lang="en-US" sz="1400" dirty="0" err="1">
                <a:solidFill>
                  <a:srgbClr val="1E2A38"/>
                </a:solidFill>
                <a:latin typeface="Calibri" pitchFamily="34" charset="0"/>
                <a:ea typeface="Calibri" pitchFamily="34" charset="-122"/>
                <a:cs typeface="Calibri" pitchFamily="34" charset="-120"/>
              </a:rPr>
              <a:t>추적해</a:t>
            </a:r>
            <a:r>
              <a:rPr lang="en-US" sz="1400" dirty="0">
                <a:solidFill>
                  <a:srgbClr val="1E2A38"/>
                </a:solidFill>
                <a:latin typeface="Calibri" pitchFamily="34" charset="0"/>
                <a:ea typeface="Calibri" pitchFamily="34" charset="-122"/>
                <a:cs typeface="Calibri" pitchFamily="34" charset="-120"/>
              </a:rPr>
              <a:t> </a:t>
            </a:r>
            <a:r>
              <a:rPr lang="en-US" sz="1400" b="1" dirty="0" err="1">
                <a:solidFill>
                  <a:srgbClr val="1E2A38"/>
                </a:solidFill>
                <a:latin typeface="Calibri" pitchFamily="34" charset="0"/>
                <a:ea typeface="Calibri" pitchFamily="34" charset="-122"/>
                <a:cs typeface="Calibri" pitchFamily="34" charset="-120"/>
              </a:rPr>
              <a:t>개인</a:t>
            </a:r>
            <a:r>
              <a:rPr lang="ko-KR" altLang="en-US" sz="1400" b="1" dirty="0">
                <a:solidFill>
                  <a:srgbClr val="1E2A38"/>
                </a:solidFill>
                <a:latin typeface="Calibri" pitchFamily="34" charset="0"/>
                <a:ea typeface="Calibri" pitchFamily="34" charset="-122"/>
                <a:cs typeface="Calibri" pitchFamily="34" charset="-120"/>
              </a:rPr>
              <a:t>의 학습 수준</a:t>
            </a:r>
            <a:r>
              <a:rPr lang="en-US" sz="1400" b="1" dirty="0">
                <a:solidFill>
                  <a:srgbClr val="1E2A38"/>
                </a:solidFill>
                <a:latin typeface="Calibri" pitchFamily="34" charset="0"/>
                <a:ea typeface="Calibri" pitchFamily="34" charset="-122"/>
                <a:cs typeface="Calibri" pitchFamily="34" charset="-120"/>
              </a:rPr>
              <a:t> 맞춤 문제를 제공</a:t>
            </a:r>
            <a:r>
              <a:rPr lang="en-US" sz="1400" dirty="0">
                <a:solidFill>
                  <a:srgbClr val="1E2A38"/>
                </a:solidFill>
                <a:latin typeface="Calibri" pitchFamily="34" charset="0"/>
                <a:ea typeface="Calibri" pitchFamily="34" charset="-122"/>
                <a:cs typeface="Calibri" pitchFamily="34" charset="-120"/>
              </a:rPr>
              <a:t>하는 웹 학습 플랫폼</a:t>
            </a:r>
            <a:endParaRPr lang="en-US" sz="1300" dirty="0"/>
          </a:p>
        </p:txBody>
      </p:sp>
      <p:sp>
        <p:nvSpPr>
          <p:cNvPr id="7" name="Text 5"/>
          <p:cNvSpPr/>
          <p:nvPr/>
        </p:nvSpPr>
        <p:spPr>
          <a:xfrm>
            <a:off x="548640" y="2331720"/>
            <a:ext cx="3657600" cy="274320"/>
          </a:xfrm>
          <a:prstGeom prst="rect">
            <a:avLst/>
          </a:prstGeom>
          <a:noFill/>
          <a:ln/>
        </p:spPr>
        <p:txBody>
          <a:bodyPr wrap="square" rtlCol="0" anchor="ctr"/>
          <a:lstStyle/>
          <a:p>
            <a:pPr marL="0" indent="0">
              <a:buNone/>
            </a:pPr>
            <a:r>
              <a:rPr lang="en-US" sz="1300" b="1" dirty="0">
                <a:solidFill>
                  <a:srgbClr val="1E2A38"/>
                </a:solidFill>
                <a:latin typeface="Calibri" pitchFamily="34" charset="0"/>
                <a:ea typeface="Calibri" pitchFamily="34" charset="-122"/>
                <a:cs typeface="Calibri" pitchFamily="34" charset="-120"/>
              </a:rPr>
              <a:t>핵심 용어</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2304904065"/>
              </p:ext>
            </p:extLst>
          </p:nvPr>
        </p:nvGraphicFramePr>
        <p:xfrm>
          <a:off x="548640" y="2606040"/>
          <a:ext cx="5120640" cy="1521669"/>
        </p:xfrm>
        <a:graphic>
          <a:graphicData uri="http://schemas.openxmlformats.org/drawingml/2006/table">
            <a:tbl>
              <a:tblPr/>
              <a:tblGrid>
                <a:gridCol w="15544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Keyword</a:t>
                      </a:r>
                      <a:endParaRPr lang="en-US" sz="1150" b="1"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8F8F"/>
                    </a:solidFill>
                  </a:tcPr>
                </a:tc>
                <a:tc>
                  <a:txBody>
                    <a:bodyPr/>
                    <a:lstStyle/>
                    <a:p>
                      <a:pPr marL="0" indent="0">
                        <a:buNone/>
                      </a:pPr>
                      <a:r>
                        <a:rPr lang="en-US" sz="1150" b="1" dirty="0">
                          <a:solidFill>
                            <a:srgbClr val="1E2A38"/>
                          </a:solidFill>
                          <a:latin typeface="Calibri" pitchFamily="34" charset="0"/>
                          <a:ea typeface="Calibri" pitchFamily="34" charset="-122"/>
                          <a:cs typeface="Calibri" pitchFamily="34" charset="-120"/>
                        </a:rPr>
                        <a:t>강의자료에서 추출한 핵심 개념·학습 단위</a:t>
                      </a:r>
                      <a:endParaRPr lang="en-US" sz="1150" b="1"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Mastery</a:t>
                      </a:r>
                      <a:endParaRPr lang="en-US" sz="1150" b="1"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8F8F"/>
                    </a:solidFill>
                  </a:tcPr>
                </a:tc>
                <a:tc>
                  <a:txBody>
                    <a:bodyPr/>
                    <a:lstStyle/>
                    <a:p>
                      <a:pPr marL="0" indent="0">
                        <a:buNone/>
                      </a:pPr>
                      <a:r>
                        <a:rPr lang="en-US" sz="1150" b="1" dirty="0">
                          <a:solidFill>
                            <a:srgbClr val="1E2A38"/>
                          </a:solidFill>
                          <a:latin typeface="Calibri" pitchFamily="34" charset="0"/>
                          <a:ea typeface="Calibri" pitchFamily="34" charset="-122"/>
                          <a:cs typeface="Calibri" pitchFamily="34" charset="-120"/>
                        </a:rPr>
                        <a:t>키워드별 이해도·숙련도</a:t>
                      </a:r>
                      <a:endParaRPr lang="en-US" sz="1150" b="1"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extLst>
                  <a:ext uri="{0D108BD9-81ED-4DB2-BD59-A6C34878D82A}">
                    <a16:rowId xmlns:a16="http://schemas.microsoft.com/office/drawing/2014/main" val="10001"/>
                  </a:ext>
                </a:extLst>
              </a:tr>
              <a:tr h="369525">
                <a:tc>
                  <a:txBody>
                    <a:bodyPr/>
                    <a:lstStyle/>
                    <a:p>
                      <a:pPr marL="0" indent="0">
                        <a:buNone/>
                      </a:pPr>
                      <a:r>
                        <a:rPr lang="en-US" sz="1150" b="0" dirty="0">
                          <a:solidFill>
                            <a:schemeClr val="bg1"/>
                          </a:solidFill>
                          <a:latin typeface="Calibri" charset="0"/>
                          <a:ea typeface="Calibri" charset="0"/>
                          <a:cs typeface="Calibri" charset="0"/>
                        </a:rPr>
                        <a:t>Importance</a:t>
                      </a: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8F8F"/>
                    </a:solidFill>
                  </a:tcPr>
                </a:tc>
                <a:tc>
                  <a:txBody>
                    <a:bodyPr/>
                    <a:lstStyle/>
                    <a:p>
                      <a:pPr marL="0" indent="0">
                        <a:buNone/>
                      </a:pPr>
                      <a:r>
                        <a:rPr lang="ko-KR" altLang="en-US" sz="1150" dirty="0">
                          <a:latin typeface="Calibri" charset="0"/>
                          <a:ea typeface="Calibri" charset="0"/>
                          <a:cs typeface="Calibri" charset="0"/>
                        </a:rPr>
                        <a:t>키워드별 중요도</a:t>
                      </a:r>
                      <a:endParaRPr lang="en-US" sz="1150"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extLst>
                  <a:ext uri="{0D108BD9-81ED-4DB2-BD59-A6C34878D82A}">
                    <a16:rowId xmlns:a16="http://schemas.microsoft.com/office/drawing/2014/main" val="883798152"/>
                  </a:ext>
                </a:extLst>
              </a:tr>
              <a:tr h="384048">
                <a:tc>
                  <a:txBody>
                    <a:bodyPr/>
                    <a:lstStyle/>
                    <a:p>
                      <a:pPr marL="0" indent="0">
                        <a:buNone/>
                      </a:pPr>
                      <a:r>
                        <a:rPr lang="en-US" sz="1150" b="0" dirty="0">
                          <a:solidFill>
                            <a:srgbClr val="FFFFFF"/>
                          </a:solidFill>
                          <a:latin typeface="Calibri" pitchFamily="34" charset="0"/>
                          <a:ea typeface="Calibri" pitchFamily="34" charset="-122"/>
                          <a:cs typeface="Calibri" pitchFamily="34" charset="-120"/>
                        </a:rPr>
                        <a:t>Coverage</a:t>
                      </a:r>
                      <a:endParaRPr lang="en-US" sz="1150" b="0"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8F8F"/>
                    </a:solidFill>
                  </a:tcPr>
                </a:tc>
                <a:tc>
                  <a:txBody>
                    <a:bodyPr/>
                    <a:lstStyle/>
                    <a:p>
                      <a:pPr marL="0" indent="0">
                        <a:buNone/>
                      </a:pPr>
                      <a:r>
                        <a:rPr lang="en-US" sz="1150" dirty="0" err="1">
                          <a:solidFill>
                            <a:srgbClr val="1E2A38"/>
                          </a:solidFill>
                          <a:latin typeface="Calibri" pitchFamily="34" charset="0"/>
                          <a:ea typeface="Calibri" pitchFamily="34" charset="-122"/>
                          <a:cs typeface="Calibri" pitchFamily="34" charset="-120"/>
                        </a:rPr>
                        <a:t>키워드</a:t>
                      </a:r>
                      <a:r>
                        <a:rPr lang="ko-KR" altLang="en-US" sz="1150" dirty="0">
                          <a:solidFill>
                            <a:srgbClr val="1E2A38"/>
                          </a:solidFill>
                          <a:latin typeface="Calibri" pitchFamily="34" charset="0"/>
                          <a:ea typeface="Calibri" pitchFamily="34" charset="-122"/>
                          <a:cs typeface="Calibri" pitchFamily="34" charset="-120"/>
                        </a:rPr>
                        <a:t>가</a:t>
                      </a:r>
                      <a:r>
                        <a:rPr lang="en-US" sz="1150" dirty="0">
                          <a:solidFill>
                            <a:srgbClr val="1E2A38"/>
                          </a:solidFill>
                          <a:latin typeface="Calibri" pitchFamily="34" charset="0"/>
                          <a:ea typeface="Calibri" pitchFamily="34" charset="-122"/>
                          <a:cs typeface="Calibri" pitchFamily="34" charset="-120"/>
                        </a:rPr>
                        <a:t> </a:t>
                      </a:r>
                      <a:r>
                        <a:rPr lang="en-US" sz="1150" dirty="0" err="1">
                          <a:solidFill>
                            <a:srgbClr val="1E2A38"/>
                          </a:solidFill>
                          <a:latin typeface="Calibri" pitchFamily="34" charset="0"/>
                          <a:ea typeface="Calibri" pitchFamily="34" charset="-122"/>
                          <a:cs typeface="Calibri" pitchFamily="34" charset="-120"/>
                        </a:rPr>
                        <a:t>문제</a:t>
                      </a:r>
                      <a:r>
                        <a:rPr lang="ko-KR" altLang="en-US" sz="1150" dirty="0">
                          <a:solidFill>
                            <a:srgbClr val="1E2A38"/>
                          </a:solidFill>
                          <a:latin typeface="Calibri" pitchFamily="34" charset="0"/>
                          <a:ea typeface="Calibri" pitchFamily="34" charset="-122"/>
                          <a:cs typeface="Calibri" pitchFamily="34" charset="-120"/>
                        </a:rPr>
                        <a:t>에 포함된 정도</a:t>
                      </a:r>
                      <a:endParaRPr lang="en-US" sz="1150" dirty="0">
                        <a:solidFill>
                          <a:srgbClr val="1E2A38"/>
                        </a:solidFill>
                        <a:latin typeface="Calibri" pitchFamily="34" charset="0"/>
                        <a:ea typeface="Calibri" pitchFamily="34" charset="-122"/>
                        <a:cs typeface="Calibri" pitchFamily="34" charset="-12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5897880" y="2606040"/>
            <a:ext cx="2697480" cy="1783080"/>
          </a:xfrm>
          <a:prstGeom prst="roundRect">
            <a:avLst>
              <a:gd name="adj" fmla="val 3077"/>
            </a:avLst>
          </a:prstGeom>
          <a:solidFill>
            <a:srgbClr val="EEF3F5"/>
          </a:solidFill>
          <a:ln/>
        </p:spPr>
        <p:txBody>
          <a:bodyPr/>
          <a:lstStyle/>
          <a:p>
            <a:endParaRPr lang="ko-KR" altLang="en-US"/>
          </a:p>
        </p:txBody>
      </p:sp>
      <p:sp>
        <p:nvSpPr>
          <p:cNvPr id="10" name="Text 7"/>
          <p:cNvSpPr/>
          <p:nvPr/>
        </p:nvSpPr>
        <p:spPr>
          <a:xfrm>
            <a:off x="6080760" y="2724912"/>
            <a:ext cx="2377440" cy="274320"/>
          </a:xfrm>
          <a:prstGeom prst="rect">
            <a:avLst/>
          </a:prstGeom>
          <a:noFill/>
          <a:ln/>
        </p:spPr>
        <p:txBody>
          <a:bodyPr wrap="square" rtlCol="0" anchor="ctr"/>
          <a:lstStyle/>
          <a:p>
            <a:pPr marL="0" indent="0">
              <a:buNone/>
            </a:pPr>
            <a:r>
              <a:rPr lang="en-US" sz="1300" b="1" dirty="0">
                <a:solidFill>
                  <a:srgbClr val="0E8F8F"/>
                </a:solidFill>
                <a:latin typeface="Calibri" pitchFamily="34" charset="0"/>
                <a:ea typeface="Calibri" pitchFamily="34" charset="-122"/>
                <a:cs typeface="Calibri" pitchFamily="34" charset="-120"/>
              </a:rPr>
              <a:t>주 사용자</a:t>
            </a:r>
            <a:endParaRPr lang="en-US" sz="1300" dirty="0"/>
          </a:p>
        </p:txBody>
      </p:sp>
      <p:sp>
        <p:nvSpPr>
          <p:cNvPr id="11" name="Text 8"/>
          <p:cNvSpPr/>
          <p:nvPr/>
        </p:nvSpPr>
        <p:spPr>
          <a:xfrm>
            <a:off x="6080760" y="3017520"/>
            <a:ext cx="2377440" cy="1280160"/>
          </a:xfrm>
          <a:prstGeom prst="rect">
            <a:avLst/>
          </a:prstGeom>
          <a:noFill/>
          <a:ln/>
        </p:spPr>
        <p:txBody>
          <a:bodyPr wrap="square" rtlCol="0" anchor="t"/>
          <a:lstStyle/>
          <a:p>
            <a:pPr marL="0" indent="0">
              <a:lnSpc>
                <a:spcPct val="110000"/>
              </a:lnSpc>
              <a:buNone/>
            </a:pPr>
            <a:r>
              <a:rPr lang="en-US" sz="1200" b="1" dirty="0">
                <a:solidFill>
                  <a:srgbClr val="1E2A38"/>
                </a:solidFill>
                <a:latin typeface="Calibri" pitchFamily="34" charset="0"/>
                <a:ea typeface="Calibri" pitchFamily="34" charset="-122"/>
                <a:cs typeface="Calibri" pitchFamily="34" charset="-120"/>
              </a:rPr>
              <a:t>중간·기말을 준비하는 대학생</a:t>
            </a:r>
            <a:endParaRPr lang="en-US" sz="1200" dirty="0"/>
          </a:p>
          <a:p>
            <a:pPr marL="0" indent="0">
              <a:lnSpc>
                <a:spcPct val="110000"/>
              </a:lnSpc>
              <a:buNone/>
            </a:pPr>
            <a:r>
              <a:rPr lang="en-US" sz="1200" dirty="0">
                <a:solidFill>
                  <a:srgbClr val="1E2A38"/>
                </a:solidFill>
                <a:latin typeface="Calibri" pitchFamily="34" charset="0"/>
                <a:ea typeface="Calibri" pitchFamily="34" charset="-122"/>
                <a:cs typeface="Calibri" pitchFamily="34" charset="-120"/>
              </a:rPr>
              <a:t>방대한 자료를 제한된 시간에 복습</a:t>
            </a:r>
            <a:endParaRPr lang="en-US" sz="1200" dirty="0"/>
          </a:p>
          <a:p>
            <a:pPr marL="0" indent="0">
              <a:lnSpc>
                <a:spcPct val="110000"/>
              </a:lnSpc>
              <a:buNone/>
            </a:pPr>
            <a:r>
              <a:rPr lang="en-US" sz="1200" dirty="0">
                <a:solidFill>
                  <a:srgbClr val="1E2A38"/>
                </a:solidFill>
                <a:latin typeface="Calibri" pitchFamily="34" charset="0"/>
                <a:ea typeface="Calibri" pitchFamily="34" charset="-122"/>
                <a:cs typeface="Calibri" pitchFamily="34" charset="-120"/>
              </a:rPr>
              <a:t>강한 개념과 약한 개념을 빠르게 구분하고 싶어함</a:t>
            </a:r>
            <a:endParaRPr lang="en-US" sz="1200" dirty="0"/>
          </a:p>
        </p:txBody>
      </p:sp>
      <p:sp>
        <p:nvSpPr>
          <p:cNvPr id="12" name="Text 9"/>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3</a:t>
            </a:r>
            <a:endParaRPr lang="en-US" sz="1000" dirty="0"/>
          </a:p>
        </p:txBody>
      </p:sp>
      <p:graphicFrame>
        <p:nvGraphicFramePr>
          <p:cNvPr id="13" name="표 12">
            <a:extLst>
              <a:ext uri="{FF2B5EF4-FFF2-40B4-BE49-F238E27FC236}">
                <a16:creationId xmlns:a16="http://schemas.microsoft.com/office/drawing/2014/main" id="{FFCC2BB2-8AFC-307B-88ED-AAA456CD3E17}"/>
              </a:ext>
            </a:extLst>
          </p:cNvPr>
          <p:cNvGraphicFramePr>
            <a:graphicFrameLocks noGrp="1"/>
          </p:cNvGraphicFramePr>
          <p:nvPr>
            <p:extLst>
              <p:ext uri="{D42A27DB-BD31-4B8C-83A1-F6EECF244321}">
                <p14:modId xmlns:p14="http://schemas.microsoft.com/office/powerpoint/2010/main" val="386868520"/>
              </p:ext>
            </p:extLst>
          </p:nvPr>
        </p:nvGraphicFramePr>
        <p:xfrm>
          <a:off x="548640" y="4127709"/>
          <a:ext cx="5120640" cy="369974"/>
        </p:xfrm>
        <a:graphic>
          <a:graphicData uri="http://schemas.openxmlformats.org/drawingml/2006/table">
            <a:tbl>
              <a:tblPr/>
              <a:tblGrid>
                <a:gridCol w="1554480">
                  <a:extLst>
                    <a:ext uri="{9D8B030D-6E8A-4147-A177-3AD203B41FA5}">
                      <a16:colId xmlns:a16="http://schemas.microsoft.com/office/drawing/2014/main" val="1536511552"/>
                    </a:ext>
                  </a:extLst>
                </a:gridCol>
                <a:gridCol w="3566160">
                  <a:extLst>
                    <a:ext uri="{9D8B030D-6E8A-4147-A177-3AD203B41FA5}">
                      <a16:colId xmlns:a16="http://schemas.microsoft.com/office/drawing/2014/main" val="2443891456"/>
                    </a:ext>
                  </a:extLst>
                </a:gridCol>
              </a:tblGrid>
              <a:tr h="369974">
                <a:tc>
                  <a:txBody>
                    <a:bodyPr/>
                    <a:lstStyle/>
                    <a:p>
                      <a:pPr marL="0" indent="0">
                        <a:buNone/>
                      </a:pPr>
                      <a:r>
                        <a:rPr lang="en-US" sz="1150" b="0" dirty="0">
                          <a:solidFill>
                            <a:srgbClr val="FFFFFF"/>
                          </a:solidFill>
                          <a:latin typeface="Calibri" pitchFamily="34" charset="0"/>
                          <a:ea typeface="Calibri" pitchFamily="34" charset="-122"/>
                          <a:cs typeface="Calibri" pitchFamily="34" charset="-120"/>
                        </a:rPr>
                        <a:t>Difficulty</a:t>
                      </a:r>
                      <a:endParaRPr lang="en-US" sz="1150" b="0"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8F8F"/>
                    </a:solidFill>
                  </a:tcPr>
                </a:tc>
                <a:tc>
                  <a:txBody>
                    <a:bodyPr/>
                    <a:lstStyle/>
                    <a:p>
                      <a:pPr marL="0" indent="0">
                        <a:buNone/>
                      </a:pPr>
                      <a:r>
                        <a:rPr lang="ko-KR" altLang="en-US" sz="1150" dirty="0">
                          <a:solidFill>
                            <a:srgbClr val="1E2A38"/>
                          </a:solidFill>
                          <a:latin typeface="Calibri" pitchFamily="34" charset="0"/>
                          <a:ea typeface="Calibri" charset="0"/>
                          <a:cs typeface="Calibri" pitchFamily="34" charset="-120"/>
                        </a:rPr>
                        <a:t>문제 별 난이도</a:t>
                      </a:r>
                      <a:endParaRPr lang="en-US" sz="1150" dirty="0">
                        <a:latin typeface="Calibri" charset="0"/>
                        <a:ea typeface="Calibri" charset="0"/>
                        <a:cs typeface="Calibri" charset="0"/>
                      </a:endParaRPr>
                    </a:p>
                  </a:txBody>
                  <a:tcPr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extLst>
                  <a:ext uri="{0D108BD9-81ED-4DB2-BD59-A6C34878D82A}">
                    <a16:rowId xmlns:a16="http://schemas.microsoft.com/office/drawing/2014/main" val="85626859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3</a:t>
            </a:r>
            <a:endParaRPr lang="en-US" sz="2400" dirty="0"/>
          </a:p>
        </p:txBody>
      </p:sp>
      <p:sp>
        <p:nvSpPr>
          <p:cNvPr id="4" name="Text 2"/>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700" b="1" dirty="0">
                <a:solidFill>
                  <a:srgbClr val="1E2A38"/>
                </a:solidFill>
                <a:latin typeface="Trebuchet MS" pitchFamily="34" charset="0"/>
                <a:ea typeface="Trebuchet MS" pitchFamily="34" charset="-122"/>
                <a:cs typeface="Trebuchet MS" pitchFamily="34" charset="-120"/>
              </a:rPr>
              <a:t>시스템 아키텍처 — 전체 구조</a:t>
            </a:r>
            <a:endParaRPr lang="en-US" sz="2700" dirty="0"/>
          </a:p>
        </p:txBody>
      </p:sp>
      <p:sp>
        <p:nvSpPr>
          <p:cNvPr id="21" name="Text 19"/>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7</a:t>
            </a:r>
            <a:endParaRPr lang="en-US" sz="1000" dirty="0"/>
          </a:p>
        </p:txBody>
      </p:sp>
      <p:pic>
        <p:nvPicPr>
          <p:cNvPr id="25" name="그림 24" descr="The diagram illustrates a web application architecture using Next.js and NestJS, with components such as OAuth, JWT, PostgreSQL, and external services like OpenAI and PDF extraction, for user authentication, data processing, and API interactions.&#10;&#10;AI 생성 콘텐츠는 정확하지 않을 수 있습니다.">
            <a:extLst>
              <a:ext uri="{FF2B5EF4-FFF2-40B4-BE49-F238E27FC236}">
                <a16:creationId xmlns:a16="http://schemas.microsoft.com/office/drawing/2014/main" id="{92962F24-FA3D-DEF6-6550-CBAF40C135A7}"/>
              </a:ext>
            </a:extLst>
          </p:cNvPr>
          <p:cNvPicPr>
            <a:picLocks noChangeAspect="1"/>
          </p:cNvPicPr>
          <p:nvPr/>
        </p:nvPicPr>
        <p:blipFill>
          <a:blip r:embed="rId3"/>
          <a:stretch>
            <a:fillRect/>
          </a:stretch>
        </p:blipFill>
        <p:spPr>
          <a:xfrm>
            <a:off x="1142975" y="1025821"/>
            <a:ext cx="6858050" cy="3895753"/>
          </a:xfrm>
          <a:prstGeom prst="rect">
            <a:avLst/>
          </a:prstGeom>
        </p:spPr>
      </p:pic>
      <p:pic>
        <p:nvPicPr>
          <p:cNvPr id="1026" name="Picture 2" descr="백엔드 웹 서비스를 위한 NestJS 마스터하기">
            <a:extLst>
              <a:ext uri="{FF2B5EF4-FFF2-40B4-BE49-F238E27FC236}">
                <a16:creationId xmlns:a16="http://schemas.microsoft.com/office/drawing/2014/main" id="{F73EEE81-D3C0-CD90-9618-301DB8CE43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5435" y="1676400"/>
            <a:ext cx="797652" cy="4486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xtJS 아이콘">
            <a:extLst>
              <a:ext uri="{FF2B5EF4-FFF2-40B4-BE49-F238E27FC236}">
                <a16:creationId xmlns:a16="http://schemas.microsoft.com/office/drawing/2014/main" id="{06889570-356A-19A0-02C7-E22460C139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623" y="1622160"/>
            <a:ext cx="534352" cy="5029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프로그래밍 일기 — React를 알아보자 1. 반응(React)형 웹의 선도 기술 | by 배우는 자(Learner Of Life) |  Medium">
            <a:extLst>
              <a:ext uri="{FF2B5EF4-FFF2-40B4-BE49-F238E27FC236}">
                <a16:creationId xmlns:a16="http://schemas.microsoft.com/office/drawing/2014/main" id="{3FBE8400-028E-333C-2C5A-841F634503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37" y="2194460"/>
            <a:ext cx="1159172" cy="6409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ostgreSQL - 나무위키">
            <a:extLst>
              <a:ext uri="{FF2B5EF4-FFF2-40B4-BE49-F238E27FC236}">
                <a16:creationId xmlns:a16="http://schemas.microsoft.com/office/drawing/2014/main" id="{50E478EC-F98D-08B7-E89A-037B030CEB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23294" y="2194460"/>
            <a:ext cx="1197746" cy="3772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EC383-7C89-E2FB-3C0E-8605A61AAE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37ACF29-74E7-5563-6AE7-4B0A540BEDA1}"/>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sz="1400"/>
          </a:p>
        </p:txBody>
      </p:sp>
      <p:sp>
        <p:nvSpPr>
          <p:cNvPr id="3" name="Text 1">
            <a:extLst>
              <a:ext uri="{FF2B5EF4-FFF2-40B4-BE49-F238E27FC236}">
                <a16:creationId xmlns:a16="http://schemas.microsoft.com/office/drawing/2014/main" id="{5FCC5AEA-70F3-8FA6-3150-3342CEC5EEDF}"/>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3</a:t>
            </a:r>
            <a:endParaRPr lang="en-US" sz="2400" dirty="0"/>
          </a:p>
        </p:txBody>
      </p:sp>
      <p:sp>
        <p:nvSpPr>
          <p:cNvPr id="4" name="Text 2">
            <a:extLst>
              <a:ext uri="{FF2B5EF4-FFF2-40B4-BE49-F238E27FC236}">
                <a16:creationId xmlns:a16="http://schemas.microsoft.com/office/drawing/2014/main" id="{7C106D7A-9169-562D-12E7-649A9746E03B}"/>
              </a:ext>
            </a:extLst>
          </p:cNvPr>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000" b="1" dirty="0">
                <a:solidFill>
                  <a:srgbClr val="1E2A38"/>
                </a:solidFill>
                <a:latin typeface="Trebuchet MS" pitchFamily="34" charset="0"/>
                <a:ea typeface="Trebuchet MS" pitchFamily="34" charset="-122"/>
                <a:cs typeface="Trebuchet MS" pitchFamily="34" charset="-120"/>
              </a:rPr>
              <a:t>시스템 아키텍처 — </a:t>
            </a:r>
            <a:r>
              <a:rPr lang="ko-KR" altLang="en-US" sz="2000" b="1" dirty="0">
                <a:solidFill>
                  <a:srgbClr val="1E2A38"/>
                </a:solidFill>
                <a:latin typeface="Trebuchet MS" pitchFamily="34" charset="0"/>
                <a:ea typeface="Trebuchet MS" pitchFamily="34" charset="-122"/>
                <a:cs typeface="Trebuchet MS" pitchFamily="34" charset="-120"/>
              </a:rPr>
              <a:t>문제 생성 구조</a:t>
            </a:r>
            <a:endParaRPr lang="en-US" sz="2000" dirty="0"/>
          </a:p>
        </p:txBody>
      </p:sp>
      <p:sp>
        <p:nvSpPr>
          <p:cNvPr id="21" name="Text 19">
            <a:extLst>
              <a:ext uri="{FF2B5EF4-FFF2-40B4-BE49-F238E27FC236}">
                <a16:creationId xmlns:a16="http://schemas.microsoft.com/office/drawing/2014/main" id="{BFBAE157-9901-969C-D163-913436184F5D}"/>
              </a:ext>
            </a:extLst>
          </p:cNvPr>
          <p:cNvSpPr/>
          <p:nvPr/>
        </p:nvSpPr>
        <p:spPr>
          <a:xfrm>
            <a:off x="8321040" y="4736592"/>
            <a:ext cx="640080" cy="274320"/>
          </a:xfrm>
          <a:prstGeom prst="rect">
            <a:avLst/>
          </a:prstGeom>
          <a:noFill/>
          <a:ln/>
        </p:spPr>
        <p:txBody>
          <a:bodyPr wrap="square" rtlCol="0" anchor="ctr"/>
          <a:lstStyle/>
          <a:p>
            <a:pPr marL="0" indent="0" algn="r">
              <a:buNone/>
            </a:pPr>
            <a:r>
              <a:rPr lang="en-US" sz="400" dirty="0">
                <a:solidFill>
                  <a:srgbClr val="5B6B7B"/>
                </a:solidFill>
                <a:latin typeface="Calibri" pitchFamily="34" charset="0"/>
                <a:ea typeface="Calibri" pitchFamily="34" charset="-122"/>
                <a:cs typeface="Calibri" pitchFamily="34" charset="-120"/>
              </a:rPr>
              <a:t>7</a:t>
            </a:r>
            <a:endParaRPr lang="en-US" sz="400" dirty="0"/>
          </a:p>
        </p:txBody>
      </p:sp>
      <p:sp>
        <p:nvSpPr>
          <p:cNvPr id="54" name="사각형: 둥근 모서리 53">
            <a:extLst>
              <a:ext uri="{FF2B5EF4-FFF2-40B4-BE49-F238E27FC236}">
                <a16:creationId xmlns:a16="http://schemas.microsoft.com/office/drawing/2014/main" id="{2C6B9A87-DEFE-FFBD-D1B5-870D6FF97ADD}"/>
              </a:ext>
            </a:extLst>
          </p:cNvPr>
          <p:cNvSpPr/>
          <p:nvPr/>
        </p:nvSpPr>
        <p:spPr>
          <a:xfrm>
            <a:off x="5761166" y="4495380"/>
            <a:ext cx="2879914" cy="400110"/>
          </a:xfrm>
          <a:prstGeom prst="roundRect">
            <a:avLst>
              <a:gd name="adj" fmla="val 25000"/>
            </a:avLst>
          </a:prstGeom>
          <a:solidFill>
            <a:srgbClr val="0E8F8F"/>
          </a:solidFill>
          <a:ln w="4636" cap="flat">
            <a:noFill/>
            <a:prstDash val="solid"/>
            <a:miter/>
          </a:ln>
        </p:spPr>
        <p:txBody>
          <a:bodyPr/>
          <a:lstStyle/>
          <a:p>
            <a:endParaRPr lang="ko-KR" altLang="en-US" sz="1000" dirty="0"/>
          </a:p>
        </p:txBody>
      </p:sp>
      <p:sp>
        <p:nvSpPr>
          <p:cNvPr id="55" name="TextBox 54">
            <a:extLst>
              <a:ext uri="{FF2B5EF4-FFF2-40B4-BE49-F238E27FC236}">
                <a16:creationId xmlns:a16="http://schemas.microsoft.com/office/drawing/2014/main" id="{17FC8BD3-C01E-E58E-1F8B-9E47A5E4C434}"/>
              </a:ext>
            </a:extLst>
          </p:cNvPr>
          <p:cNvSpPr txBox="1"/>
          <p:nvPr/>
        </p:nvSpPr>
        <p:spPr>
          <a:xfrm>
            <a:off x="6158194" y="1941454"/>
            <a:ext cx="1789272" cy="200055"/>
          </a:xfrm>
          <a:prstGeom prst="rect">
            <a:avLst/>
          </a:prstGeom>
          <a:noFill/>
        </p:spPr>
        <p:txBody>
          <a:bodyPr wrap="none" rtlCol="0">
            <a:spAutoFit/>
          </a:bodyPr>
          <a:lstStyle/>
          <a:p>
            <a:pPr algn="l"/>
            <a:r>
              <a:rPr lang="ko-KR" altLang="en-US" sz="700" b="1" spc="0" baseline="0" dirty="0">
                <a:ln/>
                <a:solidFill>
                  <a:srgbClr val="FFFFFF"/>
                </a:solidFill>
                <a:latin typeface="맑은 고딕"/>
                <a:ea typeface="맑은 고딕"/>
                <a:sym typeface="맑은 고딕"/>
                <a:rtl val="0"/>
              </a:rPr>
              <a:t>두</a:t>
            </a:r>
            <a:r>
              <a:rPr lang="ko-KR" altLang="en-US" sz="700" b="1" spc="0" baseline="0" dirty="0">
                <a:ln/>
                <a:solidFill>
                  <a:srgbClr val="FFFFFF"/>
                </a:solidFill>
                <a:latin typeface="Segoe UI"/>
                <a:ea typeface="맑은 고딕"/>
                <a:cs typeface="Segoe UI"/>
                <a:sym typeface="Segoe UI"/>
                <a:rtl val="0"/>
              </a:rPr>
              <a:t> </a:t>
            </a:r>
            <a:r>
              <a:rPr lang="ko-KR" altLang="en-US" sz="700" b="1" spc="0" baseline="0" dirty="0">
                <a:ln/>
                <a:solidFill>
                  <a:srgbClr val="FFFFFF"/>
                </a:solidFill>
                <a:latin typeface="맑은 고딕"/>
                <a:ea typeface="맑은 고딕"/>
                <a:cs typeface="Segoe UI"/>
                <a:sym typeface="맑은 고딕"/>
                <a:rtl val="0"/>
              </a:rPr>
              <a:t>기능</a:t>
            </a:r>
            <a:r>
              <a:rPr lang="ko-KR" altLang="en-US" sz="700" b="1" spc="0" baseline="0" dirty="0">
                <a:ln/>
                <a:solidFill>
                  <a:srgbClr val="FFFFFF"/>
                </a:solidFill>
                <a:latin typeface="Segoe UI"/>
                <a:ea typeface="맑은 고딕"/>
                <a:cs typeface="Segoe UI"/>
                <a:sym typeface="Segoe UI"/>
                <a:rtl val="0"/>
              </a:rPr>
              <a:t> </a:t>
            </a:r>
            <a:r>
              <a:rPr lang="ko-KR" altLang="en-US" sz="700" b="1" spc="0" baseline="0" dirty="0">
                <a:ln/>
                <a:solidFill>
                  <a:srgbClr val="FFFFFF"/>
                </a:solidFill>
                <a:latin typeface="맑은 고딕"/>
                <a:ea typeface="맑은 고딕"/>
                <a:cs typeface="Segoe UI"/>
                <a:sym typeface="맑은 고딕"/>
                <a:rtl val="0"/>
              </a:rPr>
              <a:t>모두</a:t>
            </a:r>
            <a:r>
              <a:rPr lang="ko-KR" altLang="en-US" sz="700" b="1" spc="0" baseline="0" dirty="0">
                <a:ln/>
                <a:solidFill>
                  <a:srgbClr val="FFFFFF"/>
                </a:solidFill>
                <a:latin typeface="Segoe UI"/>
                <a:ea typeface="맑은 고딕"/>
                <a:cs typeface="Segoe UI"/>
                <a:sym typeface="Segoe UI"/>
                <a:rtl val="0"/>
              </a:rPr>
              <a:t> </a:t>
            </a:r>
            <a:r>
              <a:rPr lang="ko-KR" altLang="en-US" sz="700" b="1" spc="0" baseline="0" dirty="0">
                <a:ln/>
                <a:solidFill>
                  <a:srgbClr val="FFFFFF"/>
                </a:solidFill>
                <a:latin typeface="맑은 고딕"/>
                <a:ea typeface="맑은 고딕"/>
                <a:cs typeface="Segoe UI"/>
                <a:sym typeface="맑은 고딕"/>
                <a:rtl val="0"/>
              </a:rPr>
              <a:t>같은</a:t>
            </a:r>
            <a:r>
              <a:rPr lang="ko-KR" altLang="en-US" sz="700" b="1" spc="0" baseline="0" dirty="0">
                <a:ln/>
                <a:solidFill>
                  <a:srgbClr val="FFFFFF"/>
                </a:solidFill>
                <a:latin typeface="Segoe UI"/>
                <a:ea typeface="맑은 고딕"/>
                <a:cs typeface="Segoe UI"/>
                <a:sym typeface="Segoe UI"/>
                <a:rtl val="0"/>
              </a:rPr>
              <a:t> </a:t>
            </a:r>
            <a:r>
              <a:rPr lang="ko-KR" altLang="en-US" sz="700" b="1" spc="0" baseline="0" dirty="0">
                <a:ln/>
                <a:solidFill>
                  <a:srgbClr val="FFFFFF"/>
                </a:solidFill>
                <a:latin typeface="맑은 고딕"/>
                <a:ea typeface="맑은 고딕"/>
                <a:cs typeface="Segoe UI"/>
                <a:sym typeface="맑은 고딕"/>
                <a:rtl val="0"/>
              </a:rPr>
              <a:t>문제</a:t>
            </a:r>
            <a:r>
              <a:rPr lang="ko-KR" altLang="en-US" sz="700" b="1" spc="0" baseline="0" dirty="0">
                <a:ln/>
                <a:solidFill>
                  <a:srgbClr val="FFFFFF"/>
                </a:solidFill>
                <a:latin typeface="Segoe UI"/>
                <a:ea typeface="맑은 고딕"/>
                <a:cs typeface="Segoe UI"/>
                <a:sym typeface="Segoe UI"/>
                <a:rtl val="0"/>
              </a:rPr>
              <a:t> </a:t>
            </a:r>
            <a:r>
              <a:rPr lang="ko-KR" altLang="en-US" sz="700" b="1" spc="0" baseline="0" dirty="0">
                <a:ln/>
                <a:solidFill>
                  <a:srgbClr val="FFFFFF"/>
                </a:solidFill>
                <a:latin typeface="맑은 고딕"/>
                <a:ea typeface="맑은 고딕"/>
                <a:cs typeface="Segoe UI"/>
                <a:sym typeface="맑은 고딕"/>
                <a:rtl val="0"/>
              </a:rPr>
              <a:t>생성</a:t>
            </a:r>
            <a:r>
              <a:rPr lang="ko-KR" altLang="en-US" sz="700" b="1" spc="0" baseline="0" dirty="0">
                <a:ln/>
                <a:solidFill>
                  <a:srgbClr val="FFFFFF"/>
                </a:solidFill>
                <a:latin typeface="Segoe UI"/>
                <a:ea typeface="맑은 고딕"/>
                <a:cs typeface="Segoe UI"/>
                <a:sym typeface="Segoe UI"/>
                <a:rtl val="0"/>
              </a:rPr>
              <a:t> </a:t>
            </a:r>
            <a:r>
              <a:rPr lang="ko-KR" altLang="en-US" sz="700" b="1" spc="0" baseline="0" dirty="0">
                <a:ln/>
                <a:solidFill>
                  <a:srgbClr val="FFFFFF"/>
                </a:solidFill>
                <a:latin typeface="맑은 고딕"/>
                <a:ea typeface="맑은 고딕"/>
                <a:cs typeface="Segoe UI"/>
                <a:sym typeface="맑은 고딕"/>
                <a:rtl val="0"/>
              </a:rPr>
              <a:t>구조를</a:t>
            </a:r>
            <a:r>
              <a:rPr lang="ko-KR" altLang="en-US" sz="700" b="1" spc="0" baseline="0" dirty="0">
                <a:ln/>
                <a:solidFill>
                  <a:srgbClr val="FFFFFF"/>
                </a:solidFill>
                <a:latin typeface="Segoe UI"/>
                <a:ea typeface="맑은 고딕"/>
                <a:cs typeface="Segoe UI"/>
                <a:sym typeface="Segoe UI"/>
                <a:rtl val="0"/>
              </a:rPr>
              <a:t> </a:t>
            </a:r>
            <a:r>
              <a:rPr lang="ko-KR" altLang="en-US" sz="700" b="1" spc="0" baseline="0" dirty="0">
                <a:ln/>
                <a:solidFill>
                  <a:srgbClr val="FFFFFF"/>
                </a:solidFill>
                <a:latin typeface="맑은 고딕"/>
                <a:ea typeface="맑은 고딕"/>
                <a:cs typeface="Segoe UI"/>
                <a:sym typeface="맑은 고딕"/>
                <a:rtl val="0"/>
              </a:rPr>
              <a:t>사용</a:t>
            </a:r>
          </a:p>
        </p:txBody>
      </p:sp>
      <p:sp>
        <p:nvSpPr>
          <p:cNvPr id="1024" name="사각형: 둥근 모서리 1023">
            <a:extLst>
              <a:ext uri="{FF2B5EF4-FFF2-40B4-BE49-F238E27FC236}">
                <a16:creationId xmlns:a16="http://schemas.microsoft.com/office/drawing/2014/main" id="{F1D1429D-B43F-66E1-6654-0683DAB079C3}"/>
              </a:ext>
            </a:extLst>
          </p:cNvPr>
          <p:cNvSpPr/>
          <p:nvPr/>
        </p:nvSpPr>
        <p:spPr>
          <a:xfrm>
            <a:off x="6046241" y="782994"/>
            <a:ext cx="2180440" cy="1679403"/>
          </a:xfrm>
          <a:prstGeom prst="roundRect">
            <a:avLst>
              <a:gd name="adj" fmla="val 3867"/>
            </a:avLst>
          </a:prstGeom>
          <a:solidFill>
            <a:srgbClr val="FBFEFE"/>
          </a:solidFill>
          <a:ln w="11589" cap="flat">
            <a:solidFill>
              <a:srgbClr val="0E8F8F"/>
            </a:solidFill>
            <a:prstDash val="solid"/>
            <a:miter/>
          </a:ln>
        </p:spPr>
        <p:txBody>
          <a:bodyPr/>
          <a:lstStyle/>
          <a:p>
            <a:endParaRPr lang="ko-KR" altLang="en-US" sz="1000"/>
          </a:p>
        </p:txBody>
      </p:sp>
      <p:sp>
        <p:nvSpPr>
          <p:cNvPr id="1025" name="TextBox 1024">
            <a:extLst>
              <a:ext uri="{FF2B5EF4-FFF2-40B4-BE49-F238E27FC236}">
                <a16:creationId xmlns:a16="http://schemas.microsoft.com/office/drawing/2014/main" id="{9AF90795-79E1-8BF6-DA35-40BA3AB23096}"/>
              </a:ext>
            </a:extLst>
          </p:cNvPr>
          <p:cNvSpPr txBox="1"/>
          <p:nvPr/>
        </p:nvSpPr>
        <p:spPr>
          <a:xfrm>
            <a:off x="6075421" y="829795"/>
            <a:ext cx="484428" cy="261610"/>
          </a:xfrm>
          <a:prstGeom prst="rect">
            <a:avLst/>
          </a:prstGeom>
          <a:noFill/>
        </p:spPr>
        <p:txBody>
          <a:bodyPr wrap="none" rtlCol="0">
            <a:spAutoFit/>
          </a:bodyPr>
          <a:lstStyle/>
          <a:p>
            <a:pPr algn="l"/>
            <a:r>
              <a:rPr lang="ko-KR" altLang="en-US" sz="1050" b="1" spc="0" baseline="0">
                <a:ln/>
                <a:solidFill>
                  <a:srgbClr val="12243B"/>
                </a:solidFill>
                <a:latin typeface="Segoe UI"/>
                <a:cs typeface="Segoe UI"/>
                <a:sym typeface="Segoe UI"/>
                <a:rtl val="0"/>
              </a:rPr>
              <a:t>Quiz</a:t>
            </a:r>
          </a:p>
        </p:txBody>
      </p:sp>
      <p:sp>
        <p:nvSpPr>
          <p:cNvPr id="1027" name="사각형: 둥근 모서리 1026">
            <a:extLst>
              <a:ext uri="{FF2B5EF4-FFF2-40B4-BE49-F238E27FC236}">
                <a16:creationId xmlns:a16="http://schemas.microsoft.com/office/drawing/2014/main" id="{A4D200A0-2B36-0CBE-1EA6-8348B09C43F6}"/>
              </a:ext>
            </a:extLst>
          </p:cNvPr>
          <p:cNvSpPr/>
          <p:nvPr/>
        </p:nvSpPr>
        <p:spPr>
          <a:xfrm>
            <a:off x="7354505" y="894335"/>
            <a:ext cx="770113" cy="139177"/>
          </a:xfrm>
          <a:prstGeom prst="roundRect">
            <a:avLst>
              <a:gd name="adj" fmla="val 50000"/>
            </a:avLst>
          </a:prstGeom>
          <a:solidFill>
            <a:srgbClr val="0E8F8F"/>
          </a:solidFill>
          <a:ln w="4636" cap="flat">
            <a:noFill/>
            <a:prstDash val="solid"/>
            <a:miter/>
          </a:ln>
        </p:spPr>
        <p:txBody>
          <a:bodyPr/>
          <a:lstStyle/>
          <a:p>
            <a:endParaRPr lang="ko-KR" altLang="en-US" sz="1000"/>
          </a:p>
        </p:txBody>
      </p:sp>
      <p:sp>
        <p:nvSpPr>
          <p:cNvPr id="1029" name="TextBox 1028">
            <a:extLst>
              <a:ext uri="{FF2B5EF4-FFF2-40B4-BE49-F238E27FC236}">
                <a16:creationId xmlns:a16="http://schemas.microsoft.com/office/drawing/2014/main" id="{53B27EF6-980F-C687-DDF1-29198863A91E}"/>
              </a:ext>
            </a:extLst>
          </p:cNvPr>
          <p:cNvSpPr txBox="1"/>
          <p:nvPr/>
        </p:nvSpPr>
        <p:spPr>
          <a:xfrm>
            <a:off x="7449340" y="865661"/>
            <a:ext cx="676788" cy="200055"/>
          </a:xfrm>
          <a:prstGeom prst="rect">
            <a:avLst/>
          </a:prstGeom>
          <a:noFill/>
        </p:spPr>
        <p:txBody>
          <a:bodyPr wrap="none" rtlCol="0">
            <a:spAutoFit/>
          </a:bodyPr>
          <a:lstStyle/>
          <a:p>
            <a:pPr algn="l"/>
            <a:r>
              <a:rPr lang="ko-KR" altLang="en-US" sz="700" b="1" spc="0" baseline="0">
                <a:ln/>
                <a:solidFill>
                  <a:srgbClr val="FFFFFF"/>
                </a:solidFill>
                <a:latin typeface="맑은 고딕"/>
                <a:ea typeface="맑은 고딕"/>
                <a:sym typeface="맑은 고딕"/>
                <a:rtl val="0"/>
              </a:rPr>
              <a:t>학습</a:t>
            </a:r>
            <a:r>
              <a:rPr lang="ko-KR" altLang="en-US" sz="400" b="1" spc="0" baseline="0">
                <a:ln/>
                <a:solidFill>
                  <a:srgbClr val="FFFFFF"/>
                </a:solidFill>
                <a:latin typeface="Segoe UI"/>
                <a:ea typeface="맑은 고딕"/>
                <a:cs typeface="Segoe UI"/>
                <a:sym typeface="Segoe UI"/>
                <a:rtl val="0"/>
              </a:rPr>
              <a:t> · </a:t>
            </a:r>
            <a:r>
              <a:rPr lang="ko-KR" altLang="en-US" sz="700" b="1" spc="0" baseline="0">
                <a:ln/>
                <a:solidFill>
                  <a:srgbClr val="FFFFFF"/>
                </a:solidFill>
                <a:latin typeface="맑은 고딕"/>
                <a:ea typeface="맑은 고딕"/>
                <a:cs typeface="Segoe UI"/>
                <a:sym typeface="맑은 고딕"/>
                <a:rtl val="0"/>
              </a:rPr>
              <a:t>폭넓게</a:t>
            </a:r>
          </a:p>
        </p:txBody>
      </p:sp>
      <p:sp>
        <p:nvSpPr>
          <p:cNvPr id="1031" name="TextBox 1030">
            <a:extLst>
              <a:ext uri="{FF2B5EF4-FFF2-40B4-BE49-F238E27FC236}">
                <a16:creationId xmlns:a16="http://schemas.microsoft.com/office/drawing/2014/main" id="{DCA64E1A-6F27-E690-0D75-00E993340AA6}"/>
              </a:ext>
            </a:extLst>
          </p:cNvPr>
          <p:cNvSpPr txBox="1"/>
          <p:nvPr/>
        </p:nvSpPr>
        <p:spPr>
          <a:xfrm>
            <a:off x="6075421" y="1069788"/>
            <a:ext cx="1460656" cy="200055"/>
          </a:xfrm>
          <a:prstGeom prst="rect">
            <a:avLst/>
          </a:prstGeom>
          <a:noFill/>
        </p:spPr>
        <p:txBody>
          <a:bodyPr wrap="none" rtlCol="0">
            <a:spAutoFit/>
          </a:bodyPr>
          <a:lstStyle/>
          <a:p>
            <a:pPr algn="l"/>
            <a:r>
              <a:rPr lang="ko-KR" altLang="en-US" sz="700" spc="0" baseline="0" dirty="0">
                <a:ln/>
                <a:solidFill>
                  <a:srgbClr val="12243B"/>
                </a:solidFill>
                <a:latin typeface="맑은 고딕"/>
                <a:ea typeface="맑은 고딕"/>
                <a:sym typeface="맑은 고딕"/>
                <a:rtl val="0"/>
              </a:rPr>
              <a:t>강의자료</a:t>
            </a:r>
            <a:r>
              <a:rPr lang="ko-KR" altLang="en-US" sz="600" spc="0" baseline="0" dirty="0">
                <a:ln/>
                <a:solidFill>
                  <a:srgbClr val="12243B"/>
                </a:solidFill>
                <a:latin typeface="Segoe UI"/>
                <a:ea typeface="맑은 고딕"/>
                <a:cs typeface="Segoe UI"/>
                <a:sym typeface="Segoe UI"/>
                <a:rtl val="0"/>
              </a:rPr>
              <a:t> 1</a:t>
            </a:r>
            <a:r>
              <a:rPr lang="ko-KR" altLang="en-US" sz="700" spc="0" baseline="0" dirty="0">
                <a:ln/>
                <a:solidFill>
                  <a:srgbClr val="12243B"/>
                </a:solidFill>
                <a:latin typeface="맑은 고딕"/>
                <a:ea typeface="맑은 고딕"/>
                <a:cs typeface="Segoe UI"/>
                <a:sym typeface="맑은 고딕"/>
                <a:rtl val="0"/>
              </a:rPr>
              <a:t>개</a:t>
            </a:r>
            <a:r>
              <a:rPr lang="ko-KR" altLang="en-US" sz="600" spc="0" baseline="0" dirty="0">
                <a:ln/>
                <a:solidFill>
                  <a:srgbClr val="12243B"/>
                </a:solidFill>
                <a:latin typeface="Segoe UI"/>
                <a:ea typeface="맑은 고딕"/>
                <a:cs typeface="Segoe UI"/>
                <a:sym typeface="Segoe UI"/>
                <a:rtl val="0"/>
              </a:rPr>
              <a:t> </a:t>
            </a:r>
            <a:r>
              <a:rPr lang="ko-KR" altLang="en-US" sz="700" spc="0" baseline="0" dirty="0">
                <a:ln/>
                <a:solidFill>
                  <a:srgbClr val="12243B"/>
                </a:solidFill>
                <a:latin typeface="맑은 고딕"/>
                <a:ea typeface="맑은 고딕"/>
                <a:cs typeface="Segoe UI"/>
                <a:sym typeface="맑은 고딕"/>
                <a:rtl val="0"/>
              </a:rPr>
              <a:t>대상</a:t>
            </a:r>
            <a:r>
              <a:rPr lang="ko-KR" altLang="en-US" sz="600" spc="0" baseline="0" dirty="0">
                <a:ln/>
                <a:solidFill>
                  <a:srgbClr val="12243B"/>
                </a:solidFill>
                <a:latin typeface="Segoe UI"/>
                <a:ea typeface="맑은 고딕"/>
                <a:cs typeface="Segoe UI"/>
                <a:sym typeface="Segoe UI"/>
                <a:rtl val="0"/>
              </a:rPr>
              <a:t> · </a:t>
            </a:r>
            <a:r>
              <a:rPr lang="ko-KR" altLang="en-US" sz="700" spc="0" baseline="0" dirty="0">
                <a:ln/>
                <a:solidFill>
                  <a:srgbClr val="12243B"/>
                </a:solidFill>
                <a:latin typeface="맑은 고딕"/>
                <a:ea typeface="맑은 고딕"/>
                <a:cs typeface="Segoe UI"/>
                <a:sym typeface="맑은 고딕"/>
                <a:rtl val="0"/>
              </a:rPr>
              <a:t>기본</a:t>
            </a:r>
            <a:r>
              <a:rPr lang="ko-KR" altLang="en-US" sz="600" spc="0" baseline="0" dirty="0">
                <a:ln/>
                <a:solidFill>
                  <a:srgbClr val="12243B"/>
                </a:solidFill>
                <a:latin typeface="Segoe UI"/>
                <a:ea typeface="맑은 고딕"/>
                <a:cs typeface="Segoe UI"/>
                <a:sym typeface="Segoe UI"/>
                <a:rtl val="0"/>
              </a:rPr>
              <a:t> 15</a:t>
            </a:r>
            <a:r>
              <a:rPr lang="ko-KR" altLang="en-US" sz="700" spc="0" baseline="0" dirty="0">
                <a:ln/>
                <a:solidFill>
                  <a:srgbClr val="12243B"/>
                </a:solidFill>
                <a:latin typeface="맑은 고딕"/>
                <a:ea typeface="맑은 고딕"/>
                <a:cs typeface="Segoe UI"/>
                <a:sym typeface="맑은 고딕"/>
                <a:rtl val="0"/>
              </a:rPr>
              <a:t>문제</a:t>
            </a:r>
            <a:r>
              <a:rPr lang="ko-KR" altLang="en-US" sz="600" spc="0" baseline="0" dirty="0">
                <a:ln/>
                <a:solidFill>
                  <a:srgbClr val="12243B"/>
                </a:solidFill>
                <a:latin typeface="Segoe UI"/>
                <a:ea typeface="맑은 고딕"/>
                <a:cs typeface="Segoe UI"/>
                <a:sym typeface="Segoe UI"/>
                <a:rtl val="0"/>
              </a:rPr>
              <a:t> </a:t>
            </a:r>
          </a:p>
        </p:txBody>
      </p:sp>
      <p:sp>
        <p:nvSpPr>
          <p:cNvPr id="1033" name="TextBox 1032">
            <a:extLst>
              <a:ext uri="{FF2B5EF4-FFF2-40B4-BE49-F238E27FC236}">
                <a16:creationId xmlns:a16="http://schemas.microsoft.com/office/drawing/2014/main" id="{F8B7539B-7ACC-C27B-686B-0645A86248F0}"/>
              </a:ext>
            </a:extLst>
          </p:cNvPr>
          <p:cNvSpPr txBox="1"/>
          <p:nvPr/>
        </p:nvSpPr>
        <p:spPr>
          <a:xfrm>
            <a:off x="6075421" y="1204735"/>
            <a:ext cx="2048959" cy="215444"/>
          </a:xfrm>
          <a:prstGeom prst="rect">
            <a:avLst/>
          </a:prstGeom>
          <a:noFill/>
        </p:spPr>
        <p:txBody>
          <a:bodyPr wrap="none" rtlCol="0">
            <a:spAutoFit/>
          </a:bodyPr>
          <a:lstStyle/>
          <a:p>
            <a:pPr algn="l"/>
            <a:r>
              <a:rPr lang="ko-KR" altLang="en-US" sz="800" spc="0" baseline="0" dirty="0" err="1">
                <a:ln/>
                <a:solidFill>
                  <a:srgbClr val="5B6B7B"/>
                </a:solidFill>
                <a:latin typeface="Segoe UI"/>
                <a:cs typeface="Segoe UI"/>
                <a:sym typeface="Segoe UI"/>
                <a:rtl val="0"/>
              </a:rPr>
              <a:t>attempt</a:t>
            </a:r>
            <a:r>
              <a:rPr lang="ko-KR" altLang="en-US" sz="800" spc="0" baseline="0" dirty="0">
                <a:ln/>
                <a:solidFill>
                  <a:srgbClr val="5B6B7B"/>
                </a:solidFill>
                <a:latin typeface="Segoe UI"/>
                <a:cs typeface="Segoe UI"/>
                <a:sym typeface="Segoe UI"/>
                <a:rtl val="0"/>
              </a:rPr>
              <a:t> · </a:t>
            </a:r>
            <a:r>
              <a:rPr lang="ko-KR" altLang="en-US" sz="800" spc="0" baseline="0" dirty="0" err="1">
                <a:ln/>
                <a:solidFill>
                  <a:srgbClr val="5B6B7B"/>
                </a:solidFill>
                <a:latin typeface="Segoe UI"/>
                <a:cs typeface="Segoe UI"/>
                <a:sym typeface="Segoe UI"/>
                <a:rtl val="0"/>
              </a:rPr>
              <a:t>importance</a:t>
            </a:r>
            <a:r>
              <a:rPr lang="ko-KR" altLang="en-US" sz="800" spc="0" baseline="0" dirty="0">
                <a:ln/>
                <a:solidFill>
                  <a:srgbClr val="5B6B7B"/>
                </a:solidFill>
                <a:latin typeface="Segoe UI"/>
                <a:cs typeface="Segoe UI"/>
                <a:sym typeface="Segoe UI"/>
                <a:rtl val="0"/>
              </a:rPr>
              <a:t> · </a:t>
            </a:r>
            <a:r>
              <a:rPr lang="ko-KR" altLang="en-US" sz="800" spc="0" baseline="0" dirty="0" err="1">
                <a:ln/>
                <a:solidFill>
                  <a:srgbClr val="5B6B7B"/>
                </a:solidFill>
                <a:latin typeface="Segoe UI"/>
                <a:cs typeface="Segoe UI"/>
                <a:sym typeface="Segoe UI"/>
                <a:rtl val="0"/>
              </a:rPr>
              <a:t>mastery</a:t>
            </a:r>
            <a:r>
              <a:rPr lang="ko-KR" altLang="en-US" sz="800" spc="0" baseline="0" dirty="0">
                <a:ln/>
                <a:solidFill>
                  <a:srgbClr val="5B6B7B"/>
                </a:solidFill>
                <a:latin typeface="Segoe UI"/>
                <a:cs typeface="Segoe UI"/>
                <a:sym typeface="Segoe UI"/>
                <a:rtl val="0"/>
              </a:rPr>
              <a:t> </a:t>
            </a:r>
            <a:r>
              <a:rPr lang="ko-KR" altLang="en-US" sz="800" spc="0" baseline="0" dirty="0">
                <a:ln/>
                <a:solidFill>
                  <a:srgbClr val="5B6B7B"/>
                </a:solidFill>
                <a:latin typeface="맑은 고딕"/>
                <a:ea typeface="맑은 고딕"/>
                <a:cs typeface="Segoe UI"/>
                <a:sym typeface="맑은 고딕"/>
                <a:rtl val="0"/>
              </a:rPr>
              <a:t>종합</a:t>
            </a:r>
            <a:r>
              <a:rPr lang="ko-KR" altLang="en-US" sz="800" spc="0" baseline="0" dirty="0">
                <a:ln/>
                <a:solidFill>
                  <a:srgbClr val="5B6B7B"/>
                </a:solidFill>
                <a:latin typeface="Segoe UI"/>
                <a:ea typeface="맑은 고딕"/>
                <a:cs typeface="Segoe UI"/>
                <a:sym typeface="Segoe UI"/>
                <a:rtl val="0"/>
              </a:rPr>
              <a:t> </a:t>
            </a:r>
            <a:r>
              <a:rPr lang="ko-KR" altLang="en-US" sz="800" spc="0" baseline="0" dirty="0">
                <a:ln/>
                <a:solidFill>
                  <a:srgbClr val="5B6B7B"/>
                </a:solidFill>
                <a:latin typeface="맑은 고딕"/>
                <a:ea typeface="맑은 고딕"/>
                <a:cs typeface="Segoe UI"/>
                <a:sym typeface="맑은 고딕"/>
                <a:rtl val="0"/>
              </a:rPr>
              <a:t>고려</a:t>
            </a:r>
          </a:p>
        </p:txBody>
      </p:sp>
      <p:sp>
        <p:nvSpPr>
          <p:cNvPr id="1034" name="사각형: 둥근 모서리 1033">
            <a:extLst>
              <a:ext uri="{FF2B5EF4-FFF2-40B4-BE49-F238E27FC236}">
                <a16:creationId xmlns:a16="http://schemas.microsoft.com/office/drawing/2014/main" id="{CB787B4F-C32B-CB11-A61D-17B63DD93468}"/>
              </a:ext>
            </a:extLst>
          </p:cNvPr>
          <p:cNvSpPr/>
          <p:nvPr/>
        </p:nvSpPr>
        <p:spPr>
          <a:xfrm>
            <a:off x="6166861" y="1404651"/>
            <a:ext cx="1939200" cy="296911"/>
          </a:xfrm>
          <a:prstGeom prst="roundRect">
            <a:avLst>
              <a:gd name="adj" fmla="val 15625"/>
            </a:avLst>
          </a:prstGeom>
          <a:solidFill>
            <a:srgbClr val="E3F3F1"/>
          </a:solidFill>
          <a:ln w="4636" cap="flat">
            <a:noFill/>
            <a:prstDash val="solid"/>
            <a:miter/>
          </a:ln>
        </p:spPr>
        <p:txBody>
          <a:bodyPr/>
          <a:lstStyle/>
          <a:p>
            <a:endParaRPr lang="ko-KR" altLang="en-US" sz="1000"/>
          </a:p>
        </p:txBody>
      </p:sp>
      <p:sp>
        <p:nvSpPr>
          <p:cNvPr id="1035" name="TextBox 1034">
            <a:extLst>
              <a:ext uri="{FF2B5EF4-FFF2-40B4-BE49-F238E27FC236}">
                <a16:creationId xmlns:a16="http://schemas.microsoft.com/office/drawing/2014/main" id="{89476CC1-B27C-0018-9E44-0B350C80B00D}"/>
              </a:ext>
            </a:extLst>
          </p:cNvPr>
          <p:cNvSpPr txBox="1"/>
          <p:nvPr/>
        </p:nvSpPr>
        <p:spPr>
          <a:xfrm>
            <a:off x="6144539" y="1389625"/>
            <a:ext cx="1939200" cy="230832"/>
          </a:xfrm>
          <a:prstGeom prst="rect">
            <a:avLst/>
          </a:prstGeom>
          <a:noFill/>
        </p:spPr>
        <p:txBody>
          <a:bodyPr wrap="square" rtlCol="0">
            <a:spAutoFit/>
          </a:bodyPr>
          <a:lstStyle/>
          <a:p>
            <a:pPr algn="l"/>
            <a:r>
              <a:rPr lang="ko-KR" altLang="en-US" sz="900" b="1" spc="0" baseline="0" dirty="0" err="1">
                <a:ln/>
                <a:solidFill>
                  <a:srgbClr val="0E8F8F"/>
                </a:solidFill>
                <a:latin typeface="Segoe UI"/>
                <a:cs typeface="Segoe UI"/>
                <a:sym typeface="Segoe UI"/>
                <a:rtl val="0"/>
              </a:rPr>
              <a:t>attempt</a:t>
            </a:r>
            <a:r>
              <a:rPr lang="ko-KR" altLang="en-US" sz="900" b="1" spc="0" baseline="0" dirty="0">
                <a:ln/>
                <a:solidFill>
                  <a:srgbClr val="0E8F8F"/>
                </a:solidFill>
                <a:latin typeface="Segoe UI"/>
                <a:cs typeface="Segoe UI"/>
                <a:sym typeface="Segoe UI"/>
                <a:rtl val="0"/>
              </a:rPr>
              <a:t> </a:t>
            </a:r>
            <a:r>
              <a:rPr lang="ko-KR" altLang="en-US" sz="900" b="1" spc="0" baseline="0" dirty="0">
                <a:ln/>
                <a:solidFill>
                  <a:srgbClr val="0E8F8F"/>
                </a:solidFill>
                <a:latin typeface="맑은 고딕"/>
                <a:ea typeface="맑은 고딕"/>
                <a:cs typeface="Segoe UI"/>
                <a:sym typeface="맑은 고딕"/>
                <a:rtl val="0"/>
              </a:rPr>
              <a:t>낮은</a:t>
            </a:r>
            <a:r>
              <a:rPr lang="ko-KR" altLang="en-US" sz="900" b="1" spc="0" baseline="0" dirty="0">
                <a:ln/>
                <a:solidFill>
                  <a:srgbClr val="0E8F8F"/>
                </a:solidFill>
                <a:latin typeface="Segoe UI"/>
                <a:ea typeface="맑은 고딕"/>
                <a:cs typeface="Segoe UI"/>
                <a:sym typeface="Segoe UI"/>
                <a:rtl val="0"/>
              </a:rPr>
              <a:t> </a:t>
            </a:r>
            <a:r>
              <a:rPr lang="ko-KR" altLang="en-US" sz="900" b="1" spc="0" baseline="0" dirty="0">
                <a:ln/>
                <a:solidFill>
                  <a:srgbClr val="0E8F8F"/>
                </a:solidFill>
                <a:latin typeface="맑은 고딕"/>
                <a:ea typeface="맑은 고딕"/>
                <a:cs typeface="Segoe UI"/>
                <a:sym typeface="맑은 고딕"/>
                <a:rtl val="0"/>
              </a:rPr>
              <a:t>키워드에</a:t>
            </a:r>
            <a:r>
              <a:rPr lang="ko-KR" altLang="en-US" sz="900" b="1" spc="0" baseline="0" dirty="0">
                <a:ln/>
                <a:solidFill>
                  <a:srgbClr val="0E8F8F"/>
                </a:solidFill>
                <a:latin typeface="Segoe UI"/>
                <a:ea typeface="맑은 고딕"/>
                <a:cs typeface="Segoe UI"/>
                <a:sym typeface="Segoe UI"/>
                <a:rtl val="0"/>
              </a:rPr>
              <a:t> </a:t>
            </a:r>
            <a:r>
              <a:rPr lang="ko-KR" altLang="en-US" sz="900" b="1" spc="0" baseline="0" dirty="0">
                <a:ln/>
                <a:solidFill>
                  <a:srgbClr val="0E8F8F"/>
                </a:solidFill>
                <a:latin typeface="맑은 고딕"/>
                <a:ea typeface="맑은 고딕"/>
                <a:cs typeface="Segoe UI"/>
                <a:sym typeface="맑은 고딕"/>
                <a:rtl val="0"/>
              </a:rPr>
              <a:t>큰</a:t>
            </a:r>
            <a:r>
              <a:rPr lang="ko-KR" altLang="en-US" sz="900" b="1" spc="0" baseline="0" dirty="0">
                <a:ln/>
                <a:solidFill>
                  <a:srgbClr val="0E8F8F"/>
                </a:solidFill>
                <a:latin typeface="Segoe UI"/>
                <a:ea typeface="맑은 고딕"/>
                <a:cs typeface="Segoe UI"/>
                <a:sym typeface="Segoe UI"/>
                <a:rtl val="0"/>
              </a:rPr>
              <a:t> </a:t>
            </a:r>
            <a:r>
              <a:rPr lang="ko-KR" altLang="en-US" sz="900" b="1" spc="0" baseline="0" dirty="0">
                <a:ln/>
                <a:solidFill>
                  <a:srgbClr val="0E8F8F"/>
                </a:solidFill>
                <a:latin typeface="맑은 고딕"/>
                <a:ea typeface="맑은 고딕"/>
                <a:cs typeface="Segoe UI"/>
                <a:sym typeface="맑은 고딕"/>
                <a:rtl val="0"/>
              </a:rPr>
              <a:t>가중치</a:t>
            </a:r>
          </a:p>
        </p:txBody>
      </p:sp>
      <p:sp>
        <p:nvSpPr>
          <p:cNvPr id="1036" name="TextBox 1035">
            <a:extLst>
              <a:ext uri="{FF2B5EF4-FFF2-40B4-BE49-F238E27FC236}">
                <a16:creationId xmlns:a16="http://schemas.microsoft.com/office/drawing/2014/main" id="{C1046129-DE59-3779-8052-77B355F6AF7A}"/>
              </a:ext>
            </a:extLst>
          </p:cNvPr>
          <p:cNvSpPr txBox="1"/>
          <p:nvPr/>
        </p:nvSpPr>
        <p:spPr>
          <a:xfrm>
            <a:off x="6481876" y="1530302"/>
            <a:ext cx="1218254" cy="184666"/>
          </a:xfrm>
          <a:prstGeom prst="rect">
            <a:avLst/>
          </a:prstGeom>
          <a:noFill/>
        </p:spPr>
        <p:txBody>
          <a:bodyPr wrap="square" rtlCol="0">
            <a:spAutoFit/>
          </a:bodyPr>
          <a:lstStyle/>
          <a:p>
            <a:pPr algn="l"/>
            <a:r>
              <a:rPr lang="ko-KR" altLang="en-US" sz="600" spc="0" baseline="0" dirty="0">
                <a:ln/>
                <a:solidFill>
                  <a:srgbClr val="0E7A7A"/>
                </a:solidFill>
                <a:latin typeface="맑은 고딕"/>
                <a:ea typeface="맑은 고딕"/>
                <a:sym typeface="맑은 고딕"/>
                <a:rtl val="0"/>
              </a:rPr>
              <a:t>아직</a:t>
            </a:r>
            <a:r>
              <a:rPr lang="ko-KR" altLang="en-US" sz="600" spc="0" baseline="0" dirty="0">
                <a:ln/>
                <a:solidFill>
                  <a:srgbClr val="0E7A7A"/>
                </a:solidFill>
                <a:latin typeface="Segoe UI"/>
                <a:ea typeface="맑은 고딕"/>
                <a:cs typeface="Segoe UI"/>
                <a:sym typeface="Segoe UI"/>
                <a:rtl val="0"/>
              </a:rPr>
              <a:t> </a:t>
            </a:r>
            <a:r>
              <a:rPr lang="ko-KR" altLang="en-US" sz="600" spc="0" baseline="0" dirty="0">
                <a:ln/>
                <a:solidFill>
                  <a:srgbClr val="0E7A7A"/>
                </a:solidFill>
                <a:latin typeface="맑은 고딕"/>
                <a:ea typeface="맑은 고딕"/>
                <a:cs typeface="Segoe UI"/>
                <a:sym typeface="맑은 고딕"/>
                <a:rtl val="0"/>
              </a:rPr>
              <a:t>덜</a:t>
            </a:r>
            <a:r>
              <a:rPr lang="ko-KR" altLang="en-US" sz="600" spc="0" baseline="0" dirty="0">
                <a:ln/>
                <a:solidFill>
                  <a:srgbClr val="0E7A7A"/>
                </a:solidFill>
                <a:latin typeface="Segoe UI"/>
                <a:ea typeface="맑은 고딕"/>
                <a:cs typeface="Segoe UI"/>
                <a:sym typeface="Segoe UI"/>
                <a:rtl val="0"/>
              </a:rPr>
              <a:t> </a:t>
            </a:r>
            <a:r>
              <a:rPr lang="ko-KR" altLang="en-US" sz="600" spc="0" baseline="0" dirty="0">
                <a:ln/>
                <a:solidFill>
                  <a:srgbClr val="0E7A7A"/>
                </a:solidFill>
                <a:latin typeface="맑은 고딕"/>
                <a:ea typeface="맑은 고딕"/>
                <a:cs typeface="Segoe UI"/>
                <a:sym typeface="맑은 고딕"/>
                <a:rtl val="0"/>
              </a:rPr>
              <a:t>출제된</a:t>
            </a:r>
            <a:r>
              <a:rPr lang="ko-KR" altLang="en-US" sz="600" spc="0" baseline="0" dirty="0">
                <a:ln/>
                <a:solidFill>
                  <a:srgbClr val="0E7A7A"/>
                </a:solidFill>
                <a:latin typeface="Segoe UI"/>
                <a:ea typeface="맑은 고딕"/>
                <a:cs typeface="Segoe UI"/>
                <a:sym typeface="Segoe UI"/>
                <a:rtl val="0"/>
              </a:rPr>
              <a:t> </a:t>
            </a:r>
            <a:r>
              <a:rPr lang="ko-KR" altLang="en-US" sz="600" spc="0" baseline="0" dirty="0">
                <a:ln/>
                <a:solidFill>
                  <a:srgbClr val="0E7A7A"/>
                </a:solidFill>
                <a:latin typeface="맑은 고딕"/>
                <a:ea typeface="맑은 고딕"/>
                <a:cs typeface="Segoe UI"/>
                <a:sym typeface="맑은 고딕"/>
                <a:rtl val="0"/>
              </a:rPr>
              <a:t>개념</a:t>
            </a:r>
            <a:r>
              <a:rPr lang="ko-KR" altLang="en-US" sz="600" spc="0" baseline="0" dirty="0">
                <a:ln/>
                <a:solidFill>
                  <a:srgbClr val="0E7A7A"/>
                </a:solidFill>
                <a:latin typeface="Segoe UI"/>
                <a:ea typeface="맑은 고딕"/>
                <a:cs typeface="Segoe UI"/>
                <a:sym typeface="Segoe UI"/>
                <a:rtl val="0"/>
              </a:rPr>
              <a:t> </a:t>
            </a:r>
            <a:r>
              <a:rPr lang="ko-KR" altLang="en-US" sz="600" spc="0" baseline="0" dirty="0">
                <a:ln/>
                <a:solidFill>
                  <a:srgbClr val="0E7A7A"/>
                </a:solidFill>
                <a:latin typeface="맑은 고딕"/>
                <a:ea typeface="맑은 고딕"/>
                <a:cs typeface="Segoe UI"/>
                <a:sym typeface="맑은 고딕"/>
                <a:rtl val="0"/>
              </a:rPr>
              <a:t>우선</a:t>
            </a:r>
          </a:p>
        </p:txBody>
      </p:sp>
      <p:sp>
        <p:nvSpPr>
          <p:cNvPr id="1037" name="TextBox 1036">
            <a:extLst>
              <a:ext uri="{FF2B5EF4-FFF2-40B4-BE49-F238E27FC236}">
                <a16:creationId xmlns:a16="http://schemas.microsoft.com/office/drawing/2014/main" id="{C9E61ADB-4637-B183-F27B-DD0497E94405}"/>
              </a:ext>
            </a:extLst>
          </p:cNvPr>
          <p:cNvSpPr txBox="1"/>
          <p:nvPr/>
        </p:nvSpPr>
        <p:spPr>
          <a:xfrm>
            <a:off x="6075421" y="1821344"/>
            <a:ext cx="1165704" cy="200055"/>
          </a:xfrm>
          <a:prstGeom prst="rect">
            <a:avLst/>
          </a:prstGeom>
          <a:noFill/>
        </p:spPr>
        <p:txBody>
          <a:bodyPr wrap="none" rtlCol="0">
            <a:spAutoFit/>
          </a:bodyPr>
          <a:lstStyle/>
          <a:p>
            <a:pPr algn="l"/>
            <a:r>
              <a:rPr lang="ko-KR" altLang="en-US" sz="700" b="1" spc="0" baseline="0" dirty="0">
                <a:ln/>
                <a:solidFill>
                  <a:srgbClr val="12243B"/>
                </a:solidFill>
                <a:latin typeface="Segoe UI"/>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덜</a:t>
            </a:r>
            <a:r>
              <a:rPr lang="ko-KR" altLang="en-US" sz="700" b="1" spc="0" baseline="0" dirty="0">
                <a:ln/>
                <a:solidFill>
                  <a:srgbClr val="12243B"/>
                </a:solidFill>
                <a:latin typeface="Segoe UI"/>
                <a:ea typeface="맑은 고딕"/>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본</a:t>
            </a:r>
            <a:r>
              <a:rPr lang="ko-KR" altLang="en-US" sz="700" b="1" spc="0" baseline="0" dirty="0">
                <a:ln/>
                <a:solidFill>
                  <a:srgbClr val="12243B"/>
                </a:solidFill>
                <a:latin typeface="Segoe UI"/>
                <a:ea typeface="맑은 고딕"/>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개념부터</a:t>
            </a:r>
            <a:r>
              <a:rPr lang="ko-KR" altLang="en-US" sz="700" b="1" spc="0" baseline="0" dirty="0">
                <a:ln/>
                <a:solidFill>
                  <a:srgbClr val="12243B"/>
                </a:solidFill>
                <a:latin typeface="Segoe UI"/>
                <a:ea typeface="맑은 고딕"/>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채운다</a:t>
            </a:r>
          </a:p>
        </p:txBody>
      </p:sp>
      <p:sp>
        <p:nvSpPr>
          <p:cNvPr id="1038" name="TextBox 1037">
            <a:extLst>
              <a:ext uri="{FF2B5EF4-FFF2-40B4-BE49-F238E27FC236}">
                <a16:creationId xmlns:a16="http://schemas.microsoft.com/office/drawing/2014/main" id="{AEACA37A-85F5-FAE6-1ED4-B589ECEC8A77}"/>
              </a:ext>
            </a:extLst>
          </p:cNvPr>
          <p:cNvSpPr txBox="1"/>
          <p:nvPr/>
        </p:nvSpPr>
        <p:spPr>
          <a:xfrm>
            <a:off x="6075421" y="1941964"/>
            <a:ext cx="1330814" cy="200055"/>
          </a:xfrm>
          <a:prstGeom prst="rect">
            <a:avLst/>
          </a:prstGeom>
          <a:noFill/>
        </p:spPr>
        <p:txBody>
          <a:bodyPr wrap="none" rtlCol="0">
            <a:spAutoFit/>
          </a:bodyPr>
          <a:lstStyle/>
          <a:p>
            <a:pPr algn="l"/>
            <a:r>
              <a:rPr lang="ko-KR" altLang="en-US" sz="700" spc="0" baseline="0" dirty="0">
                <a:ln/>
                <a:solidFill>
                  <a:srgbClr val="5B6B7B"/>
                </a:solidFill>
                <a:latin typeface="맑은 고딕"/>
                <a:ea typeface="맑은 고딕"/>
                <a:sym typeface="맑은 고딕"/>
                <a:rtl val="0"/>
              </a:rPr>
              <a:t>목적</a:t>
            </a:r>
            <a:r>
              <a:rPr lang="ko-KR" altLang="en-US" sz="400" spc="0" baseline="0" dirty="0">
                <a:ln/>
                <a:solidFill>
                  <a:srgbClr val="5B6B7B"/>
                </a:solidFill>
                <a:latin typeface="Segoe UI"/>
                <a:ea typeface="맑은 고딕"/>
                <a:cs typeface="Segoe UI"/>
                <a:sym typeface="Segoe UI"/>
                <a:rtl val="0"/>
              </a:rPr>
              <a:t>: </a:t>
            </a:r>
            <a:r>
              <a:rPr lang="ko-KR" altLang="en-US" sz="700" spc="0" baseline="0" dirty="0">
                <a:ln/>
                <a:solidFill>
                  <a:srgbClr val="5B6B7B"/>
                </a:solidFill>
                <a:latin typeface="맑은 고딕"/>
                <a:ea typeface="맑은 고딕"/>
                <a:cs typeface="Segoe UI"/>
                <a:sym typeface="맑은 고딕"/>
                <a:rtl val="0"/>
              </a:rPr>
              <a:t>자료</a:t>
            </a:r>
            <a:r>
              <a:rPr lang="ko-KR" altLang="en-US" sz="400" spc="0" baseline="0" dirty="0">
                <a:ln/>
                <a:solidFill>
                  <a:srgbClr val="5B6B7B"/>
                </a:solidFill>
                <a:latin typeface="Segoe UI"/>
                <a:ea typeface="맑은 고딕"/>
                <a:cs typeface="Segoe UI"/>
                <a:sym typeface="Segoe UI"/>
                <a:rtl val="0"/>
              </a:rPr>
              <a:t> </a:t>
            </a:r>
            <a:r>
              <a:rPr lang="ko-KR" altLang="en-US" sz="700" spc="0" baseline="0" dirty="0">
                <a:ln/>
                <a:solidFill>
                  <a:srgbClr val="5B6B7B"/>
                </a:solidFill>
                <a:latin typeface="맑은 고딕"/>
                <a:ea typeface="맑은 고딕"/>
                <a:cs typeface="Segoe UI"/>
                <a:sym typeface="맑은 고딕"/>
                <a:rtl val="0"/>
              </a:rPr>
              <a:t>전체를</a:t>
            </a:r>
            <a:r>
              <a:rPr lang="ko-KR" altLang="en-US" sz="400" spc="0" baseline="0" dirty="0">
                <a:ln/>
                <a:solidFill>
                  <a:srgbClr val="5B6B7B"/>
                </a:solidFill>
                <a:latin typeface="Segoe UI"/>
                <a:ea typeface="맑은 고딕"/>
                <a:cs typeface="Segoe UI"/>
                <a:sym typeface="Segoe UI"/>
                <a:rtl val="0"/>
              </a:rPr>
              <a:t> </a:t>
            </a:r>
            <a:r>
              <a:rPr lang="ko-KR" altLang="en-US" sz="700" spc="0" baseline="0" dirty="0">
                <a:ln/>
                <a:solidFill>
                  <a:srgbClr val="5B6B7B"/>
                </a:solidFill>
                <a:latin typeface="맑은 고딕"/>
                <a:ea typeface="맑은 고딕"/>
                <a:cs typeface="Segoe UI"/>
                <a:sym typeface="맑은 고딕"/>
                <a:rtl val="0"/>
              </a:rPr>
              <a:t>폭넓게</a:t>
            </a:r>
            <a:r>
              <a:rPr lang="ko-KR" altLang="en-US" sz="400" spc="0" baseline="0" dirty="0">
                <a:ln/>
                <a:solidFill>
                  <a:srgbClr val="5B6B7B"/>
                </a:solidFill>
                <a:latin typeface="Segoe UI"/>
                <a:ea typeface="맑은 고딕"/>
                <a:cs typeface="Segoe UI"/>
                <a:sym typeface="Segoe UI"/>
                <a:rtl val="0"/>
              </a:rPr>
              <a:t> </a:t>
            </a:r>
            <a:r>
              <a:rPr lang="ko-KR" altLang="en-US" sz="700" spc="0" baseline="0" dirty="0">
                <a:ln/>
                <a:solidFill>
                  <a:srgbClr val="5B6B7B"/>
                </a:solidFill>
                <a:latin typeface="맑은 고딕"/>
                <a:ea typeface="맑은 고딕"/>
                <a:cs typeface="Segoe UI"/>
                <a:sym typeface="맑은 고딕"/>
                <a:rtl val="0"/>
              </a:rPr>
              <a:t>학습</a:t>
            </a:r>
          </a:p>
        </p:txBody>
      </p:sp>
      <p:sp>
        <p:nvSpPr>
          <p:cNvPr id="1039" name="사각형: 둥근 모서리 1038">
            <a:extLst>
              <a:ext uri="{FF2B5EF4-FFF2-40B4-BE49-F238E27FC236}">
                <a16:creationId xmlns:a16="http://schemas.microsoft.com/office/drawing/2014/main" id="{6E8F9FC1-D2EA-F27D-343A-2EF71E4CB55C}"/>
              </a:ext>
            </a:extLst>
          </p:cNvPr>
          <p:cNvSpPr/>
          <p:nvPr/>
        </p:nvSpPr>
        <p:spPr>
          <a:xfrm>
            <a:off x="6035964" y="2705712"/>
            <a:ext cx="2180440" cy="1679403"/>
          </a:xfrm>
          <a:prstGeom prst="roundRect">
            <a:avLst>
              <a:gd name="adj" fmla="val 3867"/>
            </a:avLst>
          </a:prstGeom>
          <a:solidFill>
            <a:srgbClr val="FBFEFE"/>
          </a:solidFill>
          <a:ln w="11589" cap="flat">
            <a:solidFill>
              <a:srgbClr val="2A4D7A"/>
            </a:solidFill>
            <a:prstDash val="solid"/>
            <a:miter/>
          </a:ln>
        </p:spPr>
        <p:txBody>
          <a:bodyPr/>
          <a:lstStyle/>
          <a:p>
            <a:endParaRPr lang="ko-KR" altLang="en-US" sz="1000"/>
          </a:p>
        </p:txBody>
      </p:sp>
      <p:sp>
        <p:nvSpPr>
          <p:cNvPr id="1040" name="TextBox 1039">
            <a:extLst>
              <a:ext uri="{FF2B5EF4-FFF2-40B4-BE49-F238E27FC236}">
                <a16:creationId xmlns:a16="http://schemas.microsoft.com/office/drawing/2014/main" id="{705F47B9-CDA6-E3B8-D473-5D9776C24CC7}"/>
              </a:ext>
            </a:extLst>
          </p:cNvPr>
          <p:cNvSpPr txBox="1"/>
          <p:nvPr/>
        </p:nvSpPr>
        <p:spPr>
          <a:xfrm>
            <a:off x="6065145" y="2752513"/>
            <a:ext cx="912429" cy="253916"/>
          </a:xfrm>
          <a:prstGeom prst="rect">
            <a:avLst/>
          </a:prstGeom>
          <a:noFill/>
        </p:spPr>
        <p:txBody>
          <a:bodyPr wrap="none" rtlCol="0">
            <a:spAutoFit/>
          </a:bodyPr>
          <a:lstStyle/>
          <a:p>
            <a:pPr algn="l"/>
            <a:r>
              <a:rPr lang="ko-KR" altLang="en-US" sz="1050" b="1" spc="0" baseline="0" dirty="0" err="1">
                <a:ln/>
                <a:solidFill>
                  <a:srgbClr val="12243B"/>
                </a:solidFill>
                <a:latin typeface="Segoe UI"/>
                <a:cs typeface="Segoe UI"/>
                <a:sym typeface="Segoe UI"/>
                <a:rtl val="0"/>
              </a:rPr>
              <a:t>Mock</a:t>
            </a:r>
            <a:r>
              <a:rPr lang="ko-KR" altLang="en-US" sz="1050" b="1" spc="0" baseline="0" dirty="0">
                <a:ln/>
                <a:solidFill>
                  <a:srgbClr val="12243B"/>
                </a:solidFill>
                <a:latin typeface="Segoe UI"/>
                <a:cs typeface="Segoe UI"/>
                <a:sym typeface="Segoe UI"/>
                <a:rtl val="0"/>
              </a:rPr>
              <a:t> </a:t>
            </a:r>
            <a:r>
              <a:rPr lang="ko-KR" altLang="en-US" sz="1050" b="1" spc="0" baseline="0" dirty="0" err="1">
                <a:ln/>
                <a:solidFill>
                  <a:srgbClr val="12243B"/>
                </a:solidFill>
                <a:latin typeface="Segoe UI"/>
                <a:cs typeface="Segoe UI"/>
                <a:sym typeface="Segoe UI"/>
                <a:rtl val="0"/>
              </a:rPr>
              <a:t>Exam</a:t>
            </a:r>
            <a:endParaRPr lang="ko-KR" altLang="en-US" sz="1050" b="1" spc="0" baseline="0" dirty="0">
              <a:ln/>
              <a:solidFill>
                <a:srgbClr val="12243B"/>
              </a:solidFill>
              <a:latin typeface="Segoe UI"/>
              <a:cs typeface="Segoe UI"/>
              <a:sym typeface="Segoe UI"/>
              <a:rtl val="0"/>
            </a:endParaRPr>
          </a:p>
        </p:txBody>
      </p:sp>
      <p:sp>
        <p:nvSpPr>
          <p:cNvPr id="1041" name="사각형: 둥근 모서리 1040">
            <a:extLst>
              <a:ext uri="{FF2B5EF4-FFF2-40B4-BE49-F238E27FC236}">
                <a16:creationId xmlns:a16="http://schemas.microsoft.com/office/drawing/2014/main" id="{52910057-2109-446B-93E9-62166B40DCE7}"/>
              </a:ext>
            </a:extLst>
          </p:cNvPr>
          <p:cNvSpPr/>
          <p:nvPr/>
        </p:nvSpPr>
        <p:spPr>
          <a:xfrm>
            <a:off x="7381343" y="2817053"/>
            <a:ext cx="723720" cy="139177"/>
          </a:xfrm>
          <a:prstGeom prst="roundRect">
            <a:avLst>
              <a:gd name="adj" fmla="val 49999"/>
            </a:avLst>
          </a:prstGeom>
          <a:solidFill>
            <a:srgbClr val="2A4D7A"/>
          </a:solidFill>
          <a:ln w="4636" cap="flat">
            <a:noFill/>
            <a:prstDash val="solid"/>
            <a:miter/>
          </a:ln>
        </p:spPr>
        <p:txBody>
          <a:bodyPr/>
          <a:lstStyle/>
          <a:p>
            <a:endParaRPr lang="ko-KR" altLang="en-US" sz="1000"/>
          </a:p>
        </p:txBody>
      </p:sp>
      <p:sp>
        <p:nvSpPr>
          <p:cNvPr id="1042" name="TextBox 1041">
            <a:extLst>
              <a:ext uri="{FF2B5EF4-FFF2-40B4-BE49-F238E27FC236}">
                <a16:creationId xmlns:a16="http://schemas.microsoft.com/office/drawing/2014/main" id="{0BC4A7EB-EA55-CC40-F08D-83158E152D40}"/>
              </a:ext>
            </a:extLst>
          </p:cNvPr>
          <p:cNvSpPr txBox="1"/>
          <p:nvPr/>
        </p:nvSpPr>
        <p:spPr>
          <a:xfrm>
            <a:off x="7487776" y="2788379"/>
            <a:ext cx="587020" cy="200055"/>
          </a:xfrm>
          <a:prstGeom prst="rect">
            <a:avLst/>
          </a:prstGeom>
          <a:noFill/>
        </p:spPr>
        <p:txBody>
          <a:bodyPr wrap="none" rtlCol="0">
            <a:spAutoFit/>
          </a:bodyPr>
          <a:lstStyle/>
          <a:p>
            <a:pPr algn="l"/>
            <a:r>
              <a:rPr lang="ko-KR" altLang="en-US" sz="700" b="1" spc="0" baseline="0">
                <a:ln/>
                <a:solidFill>
                  <a:srgbClr val="FFFFFF"/>
                </a:solidFill>
                <a:latin typeface="맑은 고딕"/>
                <a:ea typeface="맑은 고딕"/>
                <a:sym typeface="맑은 고딕"/>
                <a:rtl val="0"/>
              </a:rPr>
              <a:t>평가</a:t>
            </a:r>
            <a:r>
              <a:rPr lang="ko-KR" altLang="en-US" sz="400" b="1" spc="0" baseline="0">
                <a:ln/>
                <a:solidFill>
                  <a:srgbClr val="FFFFFF"/>
                </a:solidFill>
                <a:latin typeface="Segoe UI"/>
                <a:ea typeface="맑은 고딕"/>
                <a:cs typeface="Segoe UI"/>
                <a:sym typeface="Segoe UI"/>
                <a:rtl val="0"/>
              </a:rPr>
              <a:t> · </a:t>
            </a:r>
            <a:r>
              <a:rPr lang="ko-KR" altLang="en-US" sz="700" b="1" spc="0" baseline="0">
                <a:ln/>
                <a:solidFill>
                  <a:srgbClr val="FFFFFF"/>
                </a:solidFill>
                <a:latin typeface="맑은 고딕"/>
                <a:ea typeface="맑은 고딕"/>
                <a:cs typeface="Segoe UI"/>
                <a:sym typeface="맑은 고딕"/>
                <a:rtl val="0"/>
              </a:rPr>
              <a:t>약점</a:t>
            </a:r>
          </a:p>
        </p:txBody>
      </p:sp>
      <p:sp>
        <p:nvSpPr>
          <p:cNvPr id="1043" name="TextBox 1042">
            <a:extLst>
              <a:ext uri="{FF2B5EF4-FFF2-40B4-BE49-F238E27FC236}">
                <a16:creationId xmlns:a16="http://schemas.microsoft.com/office/drawing/2014/main" id="{FE295043-8BD3-6A39-B85C-AAB94D662B00}"/>
              </a:ext>
            </a:extLst>
          </p:cNvPr>
          <p:cNvSpPr txBox="1"/>
          <p:nvPr/>
        </p:nvSpPr>
        <p:spPr>
          <a:xfrm>
            <a:off x="6065145" y="2992506"/>
            <a:ext cx="1582484" cy="200055"/>
          </a:xfrm>
          <a:prstGeom prst="rect">
            <a:avLst/>
          </a:prstGeom>
          <a:noFill/>
        </p:spPr>
        <p:txBody>
          <a:bodyPr wrap="none" rtlCol="0">
            <a:spAutoFit/>
          </a:bodyPr>
          <a:lstStyle/>
          <a:p>
            <a:pPr algn="l"/>
            <a:r>
              <a:rPr lang="ko-KR" altLang="en-US" sz="700" spc="0" baseline="0">
                <a:ln/>
                <a:solidFill>
                  <a:srgbClr val="12243B"/>
                </a:solidFill>
                <a:latin typeface="맑은 고딕"/>
                <a:ea typeface="맑은 고딕"/>
                <a:sym typeface="맑은 고딕"/>
                <a:rtl val="0"/>
              </a:rPr>
              <a:t>강의자료</a:t>
            </a:r>
            <a:r>
              <a:rPr lang="ko-KR" altLang="en-US" sz="600" spc="0" baseline="0">
                <a:ln/>
                <a:solidFill>
                  <a:srgbClr val="12243B"/>
                </a:solidFill>
                <a:latin typeface="Segoe UI"/>
                <a:ea typeface="맑은 고딕"/>
                <a:cs typeface="Segoe UI"/>
                <a:sym typeface="Segoe UI"/>
                <a:rtl val="0"/>
              </a:rPr>
              <a:t> </a:t>
            </a:r>
            <a:r>
              <a:rPr lang="ko-KR" altLang="en-US" sz="700" spc="0" baseline="0">
                <a:ln/>
                <a:solidFill>
                  <a:srgbClr val="12243B"/>
                </a:solidFill>
                <a:latin typeface="맑은 고딕"/>
                <a:ea typeface="맑은 고딕"/>
                <a:cs typeface="Segoe UI"/>
                <a:sym typeface="맑은 고딕"/>
                <a:rtl val="0"/>
              </a:rPr>
              <a:t>범위</a:t>
            </a:r>
            <a:r>
              <a:rPr lang="ko-KR" altLang="en-US" sz="600" spc="0" baseline="0">
                <a:ln/>
                <a:solidFill>
                  <a:srgbClr val="12243B"/>
                </a:solidFill>
                <a:latin typeface="Segoe UI"/>
                <a:ea typeface="맑은 고딕"/>
                <a:cs typeface="Segoe UI"/>
                <a:sym typeface="Segoe UI"/>
                <a:rtl val="0"/>
              </a:rPr>
              <a:t> · </a:t>
            </a:r>
            <a:r>
              <a:rPr lang="ko-KR" altLang="en-US" sz="700" spc="0" baseline="0">
                <a:ln/>
                <a:solidFill>
                  <a:srgbClr val="12243B"/>
                </a:solidFill>
                <a:latin typeface="맑은 고딕"/>
                <a:ea typeface="맑은 고딕"/>
                <a:cs typeface="Segoe UI"/>
                <a:sym typeface="맑은 고딕"/>
                <a:rtl val="0"/>
              </a:rPr>
              <a:t>문항</a:t>
            </a:r>
            <a:r>
              <a:rPr lang="ko-KR" altLang="en-US" sz="600" spc="0" baseline="0">
                <a:ln/>
                <a:solidFill>
                  <a:srgbClr val="12243B"/>
                </a:solidFill>
                <a:latin typeface="Segoe UI"/>
                <a:ea typeface="맑은 고딕"/>
                <a:cs typeface="Segoe UI"/>
                <a:sym typeface="Segoe UI"/>
                <a:rtl val="0"/>
              </a:rPr>
              <a:t> </a:t>
            </a:r>
            <a:r>
              <a:rPr lang="ko-KR" altLang="en-US" sz="700" spc="0" baseline="0">
                <a:ln/>
                <a:solidFill>
                  <a:srgbClr val="12243B"/>
                </a:solidFill>
                <a:latin typeface="맑은 고딕"/>
                <a:ea typeface="맑은 고딕"/>
                <a:cs typeface="Segoe UI"/>
                <a:sym typeface="맑은 고딕"/>
                <a:rtl val="0"/>
              </a:rPr>
              <a:t>수</a:t>
            </a:r>
            <a:r>
              <a:rPr lang="ko-KR" altLang="en-US" sz="600" spc="0" baseline="0">
                <a:ln/>
                <a:solidFill>
                  <a:srgbClr val="12243B"/>
                </a:solidFill>
                <a:latin typeface="Segoe UI"/>
                <a:ea typeface="맑은 고딕"/>
                <a:cs typeface="Segoe UI"/>
                <a:sym typeface="Segoe UI"/>
                <a:rtl val="0"/>
              </a:rPr>
              <a:t> </a:t>
            </a:r>
            <a:r>
              <a:rPr lang="ko-KR" altLang="en-US" sz="700" spc="0" baseline="0">
                <a:ln/>
                <a:solidFill>
                  <a:srgbClr val="12243B"/>
                </a:solidFill>
                <a:latin typeface="맑은 고딕"/>
                <a:ea typeface="맑은 고딕"/>
                <a:cs typeface="Segoe UI"/>
                <a:sym typeface="맑은 고딕"/>
                <a:rtl val="0"/>
              </a:rPr>
              <a:t>사용자</a:t>
            </a:r>
            <a:r>
              <a:rPr lang="ko-KR" altLang="en-US" sz="600" spc="0" baseline="0">
                <a:ln/>
                <a:solidFill>
                  <a:srgbClr val="12243B"/>
                </a:solidFill>
                <a:latin typeface="Segoe UI"/>
                <a:ea typeface="맑은 고딕"/>
                <a:cs typeface="Segoe UI"/>
                <a:sym typeface="Segoe UI"/>
                <a:rtl val="0"/>
              </a:rPr>
              <a:t> </a:t>
            </a:r>
            <a:r>
              <a:rPr lang="ko-KR" altLang="en-US" sz="700" spc="0" baseline="0">
                <a:ln/>
                <a:solidFill>
                  <a:srgbClr val="12243B"/>
                </a:solidFill>
                <a:latin typeface="맑은 고딕"/>
                <a:ea typeface="맑은 고딕"/>
                <a:cs typeface="Segoe UI"/>
                <a:sym typeface="맑은 고딕"/>
                <a:rtl val="0"/>
              </a:rPr>
              <a:t>지정</a:t>
            </a:r>
          </a:p>
        </p:txBody>
      </p:sp>
      <p:sp>
        <p:nvSpPr>
          <p:cNvPr id="1044" name="TextBox 1043">
            <a:extLst>
              <a:ext uri="{FF2B5EF4-FFF2-40B4-BE49-F238E27FC236}">
                <a16:creationId xmlns:a16="http://schemas.microsoft.com/office/drawing/2014/main" id="{81A6C38C-2E1D-2959-8E44-DB7623B2A72B}"/>
              </a:ext>
            </a:extLst>
          </p:cNvPr>
          <p:cNvSpPr txBox="1"/>
          <p:nvPr/>
        </p:nvSpPr>
        <p:spPr>
          <a:xfrm>
            <a:off x="6065145" y="3153405"/>
            <a:ext cx="1608133" cy="215444"/>
          </a:xfrm>
          <a:prstGeom prst="rect">
            <a:avLst/>
          </a:prstGeom>
          <a:noFill/>
        </p:spPr>
        <p:txBody>
          <a:bodyPr wrap="none" rtlCol="0">
            <a:spAutoFit/>
          </a:bodyPr>
          <a:lstStyle/>
          <a:p>
            <a:pPr algn="l"/>
            <a:r>
              <a:rPr lang="ko-KR" altLang="en-US" sz="800" spc="0" baseline="0" dirty="0" err="1">
                <a:ln/>
                <a:solidFill>
                  <a:srgbClr val="5B6B7B"/>
                </a:solidFill>
                <a:latin typeface="Segoe UI"/>
                <a:cs typeface="Segoe UI"/>
                <a:sym typeface="Segoe UI"/>
                <a:rtl val="0"/>
              </a:rPr>
              <a:t>mastery</a:t>
            </a:r>
            <a:r>
              <a:rPr lang="ko-KR" altLang="en-US" sz="800" spc="0" baseline="0" dirty="0">
                <a:ln/>
                <a:solidFill>
                  <a:srgbClr val="5B6B7B"/>
                </a:solidFill>
                <a:latin typeface="Segoe UI"/>
                <a:cs typeface="Segoe UI"/>
                <a:sym typeface="Segoe UI"/>
                <a:rtl val="0"/>
              </a:rPr>
              <a:t> · </a:t>
            </a:r>
            <a:r>
              <a:rPr lang="ko-KR" altLang="en-US" sz="800" spc="0" baseline="0" dirty="0" err="1">
                <a:ln/>
                <a:solidFill>
                  <a:srgbClr val="5B6B7B"/>
                </a:solidFill>
                <a:latin typeface="Segoe UI"/>
                <a:cs typeface="Segoe UI"/>
                <a:sym typeface="Segoe UI"/>
                <a:rtl val="0"/>
              </a:rPr>
              <a:t>importance</a:t>
            </a:r>
            <a:r>
              <a:rPr lang="ko-KR" altLang="en-US" sz="800" spc="0" baseline="0" dirty="0">
                <a:ln/>
                <a:solidFill>
                  <a:srgbClr val="5B6B7B"/>
                </a:solidFill>
                <a:latin typeface="Segoe UI"/>
                <a:cs typeface="Segoe UI"/>
                <a:sym typeface="Segoe UI"/>
                <a:rtl val="0"/>
              </a:rPr>
              <a:t> </a:t>
            </a:r>
            <a:r>
              <a:rPr lang="ko-KR" altLang="en-US" sz="800" spc="0" baseline="0" dirty="0">
                <a:ln/>
                <a:solidFill>
                  <a:srgbClr val="5B6B7B"/>
                </a:solidFill>
                <a:latin typeface="맑은 고딕"/>
                <a:ea typeface="맑은 고딕"/>
                <a:cs typeface="Segoe UI"/>
                <a:sym typeface="맑은 고딕"/>
                <a:rtl val="0"/>
              </a:rPr>
              <a:t>종합</a:t>
            </a:r>
            <a:r>
              <a:rPr lang="ko-KR" altLang="en-US" sz="800" spc="0" baseline="0" dirty="0">
                <a:ln/>
                <a:solidFill>
                  <a:srgbClr val="5B6B7B"/>
                </a:solidFill>
                <a:latin typeface="Segoe UI"/>
                <a:ea typeface="맑은 고딕"/>
                <a:cs typeface="Segoe UI"/>
                <a:sym typeface="Segoe UI"/>
                <a:rtl val="0"/>
              </a:rPr>
              <a:t> </a:t>
            </a:r>
            <a:r>
              <a:rPr lang="ko-KR" altLang="en-US" sz="800" spc="0" baseline="0" dirty="0">
                <a:ln/>
                <a:solidFill>
                  <a:srgbClr val="5B6B7B"/>
                </a:solidFill>
                <a:latin typeface="맑은 고딕"/>
                <a:ea typeface="맑은 고딕"/>
                <a:cs typeface="Segoe UI"/>
                <a:sym typeface="맑은 고딕"/>
                <a:rtl val="0"/>
              </a:rPr>
              <a:t>평가</a:t>
            </a:r>
          </a:p>
        </p:txBody>
      </p:sp>
      <p:sp>
        <p:nvSpPr>
          <p:cNvPr id="1045" name="사각형: 둥근 모서리 1044">
            <a:extLst>
              <a:ext uri="{FF2B5EF4-FFF2-40B4-BE49-F238E27FC236}">
                <a16:creationId xmlns:a16="http://schemas.microsoft.com/office/drawing/2014/main" id="{5C7DC394-B3FF-68C5-6A80-B565775D5FE5}"/>
              </a:ext>
            </a:extLst>
          </p:cNvPr>
          <p:cNvSpPr/>
          <p:nvPr/>
        </p:nvSpPr>
        <p:spPr>
          <a:xfrm>
            <a:off x="6156585" y="3327369"/>
            <a:ext cx="1939200" cy="296911"/>
          </a:xfrm>
          <a:prstGeom prst="roundRect">
            <a:avLst>
              <a:gd name="adj" fmla="val 15625"/>
            </a:avLst>
          </a:prstGeom>
          <a:solidFill>
            <a:srgbClr val="E7EEF7"/>
          </a:solidFill>
          <a:ln w="4636" cap="flat">
            <a:noFill/>
            <a:prstDash val="solid"/>
            <a:miter/>
          </a:ln>
        </p:spPr>
        <p:txBody>
          <a:bodyPr/>
          <a:lstStyle/>
          <a:p>
            <a:endParaRPr lang="ko-KR" altLang="en-US" sz="1000"/>
          </a:p>
        </p:txBody>
      </p:sp>
      <p:sp>
        <p:nvSpPr>
          <p:cNvPr id="1046" name="TextBox 1045">
            <a:extLst>
              <a:ext uri="{FF2B5EF4-FFF2-40B4-BE49-F238E27FC236}">
                <a16:creationId xmlns:a16="http://schemas.microsoft.com/office/drawing/2014/main" id="{38884460-09A0-4B1D-9428-D105786E80BC}"/>
              </a:ext>
            </a:extLst>
          </p:cNvPr>
          <p:cNvSpPr txBox="1"/>
          <p:nvPr/>
        </p:nvSpPr>
        <p:spPr>
          <a:xfrm>
            <a:off x="6321573" y="3323816"/>
            <a:ext cx="1524776" cy="230832"/>
          </a:xfrm>
          <a:prstGeom prst="rect">
            <a:avLst/>
          </a:prstGeom>
          <a:noFill/>
        </p:spPr>
        <p:txBody>
          <a:bodyPr wrap="none" rtlCol="0">
            <a:spAutoFit/>
          </a:bodyPr>
          <a:lstStyle/>
          <a:p>
            <a:pPr algn="l"/>
            <a:r>
              <a:rPr lang="ko-KR" altLang="en-US" sz="900" b="1" spc="0" baseline="0" dirty="0" err="1">
                <a:ln/>
                <a:solidFill>
                  <a:srgbClr val="2A4D7A"/>
                </a:solidFill>
                <a:latin typeface="Segoe UI"/>
                <a:cs typeface="Segoe UI"/>
                <a:sym typeface="Segoe UI"/>
                <a:rtl val="0"/>
              </a:rPr>
              <a:t>mastery</a:t>
            </a:r>
            <a:r>
              <a:rPr lang="ko-KR" altLang="en-US" sz="900" b="1" spc="0" baseline="0" dirty="0">
                <a:ln/>
                <a:solidFill>
                  <a:srgbClr val="2A4D7A"/>
                </a:solidFill>
                <a:latin typeface="Segoe UI"/>
                <a:cs typeface="Segoe UI"/>
                <a:sym typeface="Segoe UI"/>
                <a:rtl val="0"/>
              </a:rPr>
              <a:t> </a:t>
            </a:r>
            <a:r>
              <a:rPr lang="ko-KR" altLang="en-US" sz="900" b="1" spc="0" baseline="0" dirty="0">
                <a:ln/>
                <a:solidFill>
                  <a:srgbClr val="2A4D7A"/>
                </a:solidFill>
                <a:latin typeface="맑은 고딕"/>
                <a:ea typeface="맑은 고딕"/>
                <a:cs typeface="Segoe UI"/>
                <a:sym typeface="맑은 고딕"/>
                <a:rtl val="0"/>
              </a:rPr>
              <a:t>부족에</a:t>
            </a:r>
            <a:r>
              <a:rPr lang="ko-KR" altLang="en-US" sz="900" b="1" spc="0" baseline="0" dirty="0">
                <a:ln/>
                <a:solidFill>
                  <a:srgbClr val="2A4D7A"/>
                </a:solidFill>
                <a:latin typeface="Segoe UI"/>
                <a:ea typeface="맑은 고딕"/>
                <a:cs typeface="Segoe UI"/>
                <a:sym typeface="Segoe UI"/>
                <a:rtl val="0"/>
              </a:rPr>
              <a:t> </a:t>
            </a:r>
            <a:r>
              <a:rPr lang="ko-KR" altLang="en-US" sz="900" b="1" spc="0" baseline="0" dirty="0">
                <a:ln/>
                <a:solidFill>
                  <a:srgbClr val="2A4D7A"/>
                </a:solidFill>
                <a:latin typeface="맑은 고딕"/>
                <a:ea typeface="맑은 고딕"/>
                <a:cs typeface="Segoe UI"/>
                <a:sym typeface="맑은 고딕"/>
                <a:rtl val="0"/>
              </a:rPr>
              <a:t>큰</a:t>
            </a:r>
            <a:r>
              <a:rPr lang="ko-KR" altLang="en-US" sz="900" b="1" spc="0" baseline="0" dirty="0">
                <a:ln/>
                <a:solidFill>
                  <a:srgbClr val="2A4D7A"/>
                </a:solidFill>
                <a:latin typeface="Segoe UI"/>
                <a:ea typeface="맑은 고딕"/>
                <a:cs typeface="Segoe UI"/>
                <a:sym typeface="Segoe UI"/>
                <a:rtl val="0"/>
              </a:rPr>
              <a:t> </a:t>
            </a:r>
            <a:r>
              <a:rPr lang="ko-KR" altLang="en-US" sz="900" b="1" spc="0" baseline="0" dirty="0">
                <a:ln/>
                <a:solidFill>
                  <a:srgbClr val="2A4D7A"/>
                </a:solidFill>
                <a:latin typeface="맑은 고딕"/>
                <a:ea typeface="맑은 고딕"/>
                <a:cs typeface="Segoe UI"/>
                <a:sym typeface="맑은 고딕"/>
                <a:rtl val="0"/>
              </a:rPr>
              <a:t>가중치</a:t>
            </a:r>
          </a:p>
        </p:txBody>
      </p:sp>
      <p:sp>
        <p:nvSpPr>
          <p:cNvPr id="1047" name="TextBox 1046">
            <a:extLst>
              <a:ext uri="{FF2B5EF4-FFF2-40B4-BE49-F238E27FC236}">
                <a16:creationId xmlns:a16="http://schemas.microsoft.com/office/drawing/2014/main" id="{A2613578-8D67-EBBE-9860-B33C38FF62AF}"/>
              </a:ext>
            </a:extLst>
          </p:cNvPr>
          <p:cNvSpPr txBox="1"/>
          <p:nvPr/>
        </p:nvSpPr>
        <p:spPr>
          <a:xfrm>
            <a:off x="6485306" y="3449178"/>
            <a:ext cx="1106393" cy="200055"/>
          </a:xfrm>
          <a:prstGeom prst="rect">
            <a:avLst/>
          </a:prstGeom>
          <a:noFill/>
        </p:spPr>
        <p:txBody>
          <a:bodyPr wrap="none" rtlCol="0">
            <a:spAutoFit/>
          </a:bodyPr>
          <a:lstStyle/>
          <a:p>
            <a:pPr algn="l"/>
            <a:r>
              <a:rPr lang="ko-KR" altLang="en-US" sz="700" spc="0" baseline="0" dirty="0" err="1">
                <a:ln/>
                <a:solidFill>
                  <a:srgbClr val="3A5A86"/>
                </a:solidFill>
                <a:latin typeface="Segoe UI"/>
                <a:cs typeface="Segoe UI"/>
                <a:sym typeface="Segoe UI"/>
                <a:rtl val="0"/>
              </a:rPr>
              <a:t>mastery</a:t>
            </a:r>
            <a:r>
              <a:rPr lang="ko-KR" altLang="en-US" sz="700" spc="0" baseline="0" dirty="0">
                <a:ln/>
                <a:solidFill>
                  <a:srgbClr val="3A5A86"/>
                </a:solidFill>
                <a:latin typeface="Segoe UI"/>
                <a:cs typeface="Segoe UI"/>
                <a:sym typeface="Segoe UI"/>
                <a:rtl val="0"/>
              </a:rPr>
              <a:t> </a:t>
            </a:r>
            <a:r>
              <a:rPr lang="ko-KR" altLang="en-US" sz="700" spc="0" baseline="0" dirty="0">
                <a:ln/>
                <a:solidFill>
                  <a:srgbClr val="3A5A86"/>
                </a:solidFill>
                <a:latin typeface="맑은 고딕"/>
                <a:ea typeface="맑은 고딕"/>
                <a:cs typeface="Segoe UI"/>
                <a:sym typeface="맑은 고딕"/>
                <a:rtl val="0"/>
              </a:rPr>
              <a:t>낮은</a:t>
            </a:r>
            <a:r>
              <a:rPr lang="ko-KR" altLang="en-US" sz="700" spc="0" baseline="0" dirty="0">
                <a:ln/>
                <a:solidFill>
                  <a:srgbClr val="3A5A86"/>
                </a:solidFill>
                <a:latin typeface="Segoe UI"/>
                <a:ea typeface="맑은 고딕"/>
                <a:cs typeface="Segoe UI"/>
                <a:sym typeface="Segoe UI"/>
                <a:rtl val="0"/>
              </a:rPr>
              <a:t> </a:t>
            </a:r>
            <a:r>
              <a:rPr lang="ko-KR" altLang="en-US" sz="700" spc="0" baseline="0" dirty="0">
                <a:ln/>
                <a:solidFill>
                  <a:srgbClr val="3A5A86"/>
                </a:solidFill>
                <a:latin typeface="맑은 고딕"/>
                <a:ea typeface="맑은 고딕"/>
                <a:cs typeface="Segoe UI"/>
                <a:sym typeface="맑은 고딕"/>
                <a:rtl val="0"/>
              </a:rPr>
              <a:t>개념</a:t>
            </a:r>
            <a:r>
              <a:rPr lang="ko-KR" altLang="en-US" sz="700" spc="0" baseline="0" dirty="0">
                <a:ln/>
                <a:solidFill>
                  <a:srgbClr val="3A5A86"/>
                </a:solidFill>
                <a:latin typeface="Segoe UI"/>
                <a:ea typeface="맑은 고딕"/>
                <a:cs typeface="Segoe UI"/>
                <a:sym typeface="Segoe UI"/>
                <a:rtl val="0"/>
              </a:rPr>
              <a:t> </a:t>
            </a:r>
            <a:r>
              <a:rPr lang="ko-KR" altLang="en-US" sz="700" spc="0" baseline="0" dirty="0">
                <a:ln/>
                <a:solidFill>
                  <a:srgbClr val="3A5A86"/>
                </a:solidFill>
                <a:latin typeface="맑은 고딕"/>
                <a:ea typeface="맑은 고딕"/>
                <a:cs typeface="Segoe UI"/>
                <a:sym typeface="맑은 고딕"/>
                <a:rtl val="0"/>
              </a:rPr>
              <a:t>우선</a:t>
            </a:r>
          </a:p>
        </p:txBody>
      </p:sp>
      <p:sp>
        <p:nvSpPr>
          <p:cNvPr id="1048" name="TextBox 1047">
            <a:extLst>
              <a:ext uri="{FF2B5EF4-FFF2-40B4-BE49-F238E27FC236}">
                <a16:creationId xmlns:a16="http://schemas.microsoft.com/office/drawing/2014/main" id="{06F202C2-32F5-F843-CEBA-32D4A5BC130E}"/>
              </a:ext>
            </a:extLst>
          </p:cNvPr>
          <p:cNvSpPr txBox="1"/>
          <p:nvPr/>
        </p:nvSpPr>
        <p:spPr>
          <a:xfrm>
            <a:off x="6065145" y="3744062"/>
            <a:ext cx="1165704" cy="200055"/>
          </a:xfrm>
          <a:prstGeom prst="rect">
            <a:avLst/>
          </a:prstGeom>
          <a:noFill/>
        </p:spPr>
        <p:txBody>
          <a:bodyPr wrap="none" rtlCol="0">
            <a:spAutoFit/>
          </a:bodyPr>
          <a:lstStyle/>
          <a:p>
            <a:pPr algn="l"/>
            <a:r>
              <a:rPr lang="ko-KR" altLang="en-US" sz="700" b="1" spc="0" baseline="0" dirty="0">
                <a:ln/>
                <a:solidFill>
                  <a:srgbClr val="12243B"/>
                </a:solidFill>
                <a:latin typeface="Segoe UI"/>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약한</a:t>
            </a:r>
            <a:r>
              <a:rPr lang="ko-KR" altLang="en-US" sz="700" b="1" spc="0" baseline="0" dirty="0">
                <a:ln/>
                <a:solidFill>
                  <a:srgbClr val="12243B"/>
                </a:solidFill>
                <a:latin typeface="Segoe UI"/>
                <a:ea typeface="맑은 고딕"/>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개념</a:t>
            </a:r>
            <a:r>
              <a:rPr lang="ko-KR" altLang="en-US" sz="700" b="1" spc="0" baseline="0" dirty="0">
                <a:ln/>
                <a:solidFill>
                  <a:srgbClr val="12243B"/>
                </a:solidFill>
                <a:latin typeface="Segoe UI"/>
                <a:ea typeface="맑은 고딕"/>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위주로</a:t>
            </a:r>
            <a:r>
              <a:rPr lang="ko-KR" altLang="en-US" sz="700" b="1" spc="0" baseline="0" dirty="0">
                <a:ln/>
                <a:solidFill>
                  <a:srgbClr val="12243B"/>
                </a:solidFill>
                <a:latin typeface="Segoe UI"/>
                <a:ea typeface="맑은 고딕"/>
                <a:cs typeface="Segoe UI"/>
                <a:sym typeface="Segoe UI"/>
                <a:rtl val="0"/>
              </a:rPr>
              <a:t> </a:t>
            </a:r>
            <a:r>
              <a:rPr lang="ko-KR" altLang="en-US" sz="700" b="1" spc="0" baseline="0" dirty="0">
                <a:ln/>
                <a:solidFill>
                  <a:srgbClr val="12243B"/>
                </a:solidFill>
                <a:latin typeface="맑은 고딕"/>
                <a:ea typeface="맑은 고딕"/>
                <a:cs typeface="Segoe UI"/>
                <a:sym typeface="맑은 고딕"/>
                <a:rtl val="0"/>
              </a:rPr>
              <a:t>출제</a:t>
            </a:r>
          </a:p>
        </p:txBody>
      </p:sp>
      <p:sp>
        <p:nvSpPr>
          <p:cNvPr id="1049" name="TextBox 1048">
            <a:extLst>
              <a:ext uri="{FF2B5EF4-FFF2-40B4-BE49-F238E27FC236}">
                <a16:creationId xmlns:a16="http://schemas.microsoft.com/office/drawing/2014/main" id="{567FC6B3-FC72-765F-8581-A4DB8590F98F}"/>
              </a:ext>
            </a:extLst>
          </p:cNvPr>
          <p:cNvSpPr txBox="1"/>
          <p:nvPr/>
        </p:nvSpPr>
        <p:spPr>
          <a:xfrm>
            <a:off x="6065145" y="3864682"/>
            <a:ext cx="1266693" cy="200055"/>
          </a:xfrm>
          <a:prstGeom prst="rect">
            <a:avLst/>
          </a:prstGeom>
          <a:noFill/>
        </p:spPr>
        <p:txBody>
          <a:bodyPr wrap="none" rtlCol="0">
            <a:spAutoFit/>
          </a:bodyPr>
          <a:lstStyle/>
          <a:p>
            <a:pPr algn="l"/>
            <a:r>
              <a:rPr lang="ko-KR" altLang="en-US" sz="700" spc="0" baseline="0">
                <a:ln/>
                <a:solidFill>
                  <a:srgbClr val="5B6B7B"/>
                </a:solidFill>
                <a:latin typeface="맑은 고딕"/>
                <a:ea typeface="맑은 고딕"/>
                <a:sym typeface="맑은 고딕"/>
                <a:rtl val="0"/>
              </a:rPr>
              <a:t>목적</a:t>
            </a:r>
            <a:r>
              <a:rPr lang="ko-KR" altLang="en-US" sz="400" spc="0" baseline="0">
                <a:ln/>
                <a:solidFill>
                  <a:srgbClr val="5B6B7B"/>
                </a:solidFill>
                <a:latin typeface="Segoe UI"/>
                <a:ea typeface="맑은 고딕"/>
                <a:cs typeface="Segoe UI"/>
                <a:sym typeface="Segoe UI"/>
                <a:rtl val="0"/>
              </a:rPr>
              <a:t>: </a:t>
            </a:r>
            <a:r>
              <a:rPr lang="ko-KR" altLang="en-US" sz="700" spc="0" baseline="0">
                <a:ln/>
                <a:solidFill>
                  <a:srgbClr val="5B6B7B"/>
                </a:solidFill>
                <a:latin typeface="맑은 고딕"/>
                <a:ea typeface="맑은 고딕"/>
                <a:cs typeface="Segoe UI"/>
                <a:sym typeface="맑은 고딕"/>
                <a:rtl val="0"/>
              </a:rPr>
              <a:t>취약점</a:t>
            </a:r>
            <a:r>
              <a:rPr lang="ko-KR" altLang="en-US" sz="400" spc="0" baseline="0">
                <a:ln/>
                <a:solidFill>
                  <a:srgbClr val="5B6B7B"/>
                </a:solidFill>
                <a:latin typeface="Segoe UI"/>
                <a:ea typeface="맑은 고딕"/>
                <a:cs typeface="Segoe UI"/>
                <a:sym typeface="Segoe UI"/>
                <a:rtl val="0"/>
              </a:rPr>
              <a:t> </a:t>
            </a:r>
            <a:r>
              <a:rPr lang="ko-KR" altLang="en-US" sz="700" spc="0" baseline="0">
                <a:ln/>
                <a:solidFill>
                  <a:srgbClr val="5B6B7B"/>
                </a:solidFill>
                <a:latin typeface="맑은 고딕"/>
                <a:ea typeface="맑은 고딕"/>
                <a:cs typeface="Segoe UI"/>
                <a:sym typeface="맑은 고딕"/>
                <a:rtl val="0"/>
              </a:rPr>
              <a:t>진단</a:t>
            </a:r>
            <a:r>
              <a:rPr lang="ko-KR" altLang="en-US" sz="400" spc="0" baseline="0">
                <a:ln/>
                <a:solidFill>
                  <a:srgbClr val="5B6B7B"/>
                </a:solidFill>
                <a:latin typeface="Segoe UI"/>
                <a:ea typeface="맑은 고딕"/>
                <a:cs typeface="Segoe UI"/>
                <a:sym typeface="Segoe UI"/>
                <a:rtl val="0"/>
              </a:rPr>
              <a:t> · </a:t>
            </a:r>
            <a:r>
              <a:rPr lang="ko-KR" altLang="en-US" sz="700" spc="0" baseline="0">
                <a:ln/>
                <a:solidFill>
                  <a:srgbClr val="5B6B7B"/>
                </a:solidFill>
                <a:latin typeface="맑은 고딕"/>
                <a:ea typeface="맑은 고딕"/>
                <a:cs typeface="Segoe UI"/>
                <a:sym typeface="맑은 고딕"/>
                <a:rtl val="0"/>
              </a:rPr>
              <a:t>시험</a:t>
            </a:r>
            <a:r>
              <a:rPr lang="ko-KR" altLang="en-US" sz="400" spc="0" baseline="0">
                <a:ln/>
                <a:solidFill>
                  <a:srgbClr val="5B6B7B"/>
                </a:solidFill>
                <a:latin typeface="Segoe UI"/>
                <a:ea typeface="맑은 고딕"/>
                <a:cs typeface="Segoe UI"/>
                <a:sym typeface="Segoe UI"/>
                <a:rtl val="0"/>
              </a:rPr>
              <a:t> </a:t>
            </a:r>
            <a:r>
              <a:rPr lang="ko-KR" altLang="en-US" sz="700" spc="0" baseline="0">
                <a:ln/>
                <a:solidFill>
                  <a:srgbClr val="5B6B7B"/>
                </a:solidFill>
                <a:latin typeface="맑은 고딕"/>
                <a:ea typeface="맑은 고딕"/>
                <a:cs typeface="Segoe UI"/>
                <a:sym typeface="맑은 고딕"/>
                <a:rtl val="0"/>
              </a:rPr>
              <a:t>대비</a:t>
            </a:r>
          </a:p>
        </p:txBody>
      </p:sp>
      <p:sp>
        <p:nvSpPr>
          <p:cNvPr id="1117" name="TextBox 1116">
            <a:extLst>
              <a:ext uri="{FF2B5EF4-FFF2-40B4-BE49-F238E27FC236}">
                <a16:creationId xmlns:a16="http://schemas.microsoft.com/office/drawing/2014/main" id="{FF943656-C0E5-CFC0-2426-8A31F689B119}"/>
              </a:ext>
            </a:extLst>
          </p:cNvPr>
          <p:cNvSpPr txBox="1"/>
          <p:nvPr/>
        </p:nvSpPr>
        <p:spPr>
          <a:xfrm>
            <a:off x="5839487" y="4500205"/>
            <a:ext cx="2723271" cy="400110"/>
          </a:xfrm>
          <a:prstGeom prst="rect">
            <a:avLst/>
          </a:prstGeom>
          <a:noFill/>
        </p:spPr>
        <p:txBody>
          <a:bodyPr wrap="square" rtlCol="0">
            <a:spAutoFit/>
          </a:bodyPr>
          <a:lstStyle/>
          <a:p>
            <a:pPr algn="ctr"/>
            <a:r>
              <a:rPr lang="ko-KR" altLang="en-US" sz="1000" b="1" spc="0" baseline="0" dirty="0">
                <a:ln/>
                <a:solidFill>
                  <a:srgbClr val="FFFFFF"/>
                </a:solidFill>
                <a:latin typeface="맑은 고딕"/>
                <a:ea typeface="맑은 고딕"/>
                <a:sym typeface="맑은 고딕"/>
                <a:rtl val="0"/>
              </a:rPr>
              <a:t>두</a:t>
            </a:r>
            <a:r>
              <a:rPr lang="ko-KR" altLang="en-US" sz="1000" b="1" spc="0" baseline="0" dirty="0">
                <a:ln/>
                <a:solidFill>
                  <a:srgbClr val="FFFFFF"/>
                </a:solidFill>
                <a:latin typeface="Segoe UI"/>
                <a:ea typeface="맑은 고딕"/>
                <a:cs typeface="Segoe UI"/>
                <a:sym typeface="Segoe UI"/>
                <a:rtl val="0"/>
              </a:rPr>
              <a:t> </a:t>
            </a:r>
            <a:r>
              <a:rPr lang="ko-KR" altLang="en-US" sz="1000" b="1" spc="0" baseline="0" dirty="0">
                <a:ln/>
                <a:solidFill>
                  <a:srgbClr val="FFFFFF"/>
                </a:solidFill>
                <a:latin typeface="맑은 고딕"/>
                <a:ea typeface="맑은 고딕"/>
                <a:cs typeface="Segoe UI"/>
                <a:sym typeface="맑은 고딕"/>
                <a:rtl val="0"/>
              </a:rPr>
              <a:t>기능</a:t>
            </a:r>
            <a:r>
              <a:rPr lang="ko-KR" altLang="en-US" sz="1000" b="1" spc="0" baseline="0" dirty="0">
                <a:ln/>
                <a:solidFill>
                  <a:srgbClr val="FFFFFF"/>
                </a:solidFill>
                <a:latin typeface="Segoe UI"/>
                <a:ea typeface="맑은 고딕"/>
                <a:cs typeface="Segoe UI"/>
                <a:sym typeface="Segoe UI"/>
                <a:rtl val="0"/>
              </a:rPr>
              <a:t> </a:t>
            </a:r>
            <a:r>
              <a:rPr lang="ko-KR" altLang="en-US" sz="1000" b="1" spc="0" baseline="0" dirty="0">
                <a:ln/>
                <a:solidFill>
                  <a:srgbClr val="FFFFFF"/>
                </a:solidFill>
                <a:latin typeface="맑은 고딕"/>
                <a:ea typeface="맑은 고딕"/>
                <a:cs typeface="Segoe UI"/>
                <a:sym typeface="맑은 고딕"/>
                <a:rtl val="0"/>
              </a:rPr>
              <a:t>모두</a:t>
            </a:r>
            <a:r>
              <a:rPr lang="ko-KR" altLang="en-US" sz="1000" b="1" spc="0" baseline="0" dirty="0">
                <a:ln/>
                <a:solidFill>
                  <a:srgbClr val="FFFFFF"/>
                </a:solidFill>
                <a:latin typeface="Segoe UI"/>
                <a:ea typeface="맑은 고딕"/>
                <a:cs typeface="Segoe UI"/>
                <a:sym typeface="Segoe UI"/>
                <a:rtl val="0"/>
              </a:rPr>
              <a:t> </a:t>
            </a:r>
            <a:r>
              <a:rPr lang="en-US" altLang="ko-KR" sz="1000" b="1" dirty="0">
                <a:ln/>
                <a:solidFill>
                  <a:srgbClr val="FFFFFF"/>
                </a:solidFill>
                <a:latin typeface="맑은 고딕"/>
                <a:ea typeface="맑은 고딕"/>
                <a:cs typeface="Segoe UI"/>
                <a:sym typeface="맑은 고딕"/>
                <a:rtl val="0"/>
              </a:rPr>
              <a:t>“</a:t>
            </a:r>
            <a:r>
              <a:rPr lang="ko-KR" altLang="en-US" sz="1000" b="1" dirty="0">
                <a:ln/>
                <a:solidFill>
                  <a:srgbClr val="FFFFFF"/>
                </a:solidFill>
                <a:latin typeface="맑은 고딕"/>
                <a:ea typeface="맑은 고딕"/>
                <a:cs typeface="Segoe UI"/>
                <a:sym typeface="맑은 고딕"/>
                <a:rtl val="0"/>
              </a:rPr>
              <a:t>사용자 학습 수준 고려</a:t>
            </a:r>
            <a:r>
              <a:rPr lang="en-US" altLang="ko-KR" sz="1000" b="1" dirty="0">
                <a:ln/>
                <a:solidFill>
                  <a:srgbClr val="FFFFFF"/>
                </a:solidFill>
                <a:latin typeface="맑은 고딕"/>
                <a:ea typeface="맑은 고딕"/>
                <a:cs typeface="Segoe UI"/>
                <a:sym typeface="맑은 고딕"/>
                <a:rtl val="0"/>
              </a:rPr>
              <a:t>“</a:t>
            </a:r>
            <a:r>
              <a:rPr lang="ko-KR" altLang="en-US" sz="1000" b="1" dirty="0">
                <a:ln/>
                <a:solidFill>
                  <a:srgbClr val="FFFFFF"/>
                </a:solidFill>
                <a:latin typeface="맑은 고딕"/>
                <a:ea typeface="맑은 고딕"/>
                <a:cs typeface="Segoe UI"/>
                <a:sym typeface="맑은 고딕"/>
                <a:rtl val="0"/>
              </a:rPr>
              <a:t>라는 핵심 </a:t>
            </a:r>
            <a:r>
              <a:rPr lang="ko-KR" altLang="en-US" sz="1000" b="1" spc="0" baseline="0" dirty="0">
                <a:ln/>
                <a:solidFill>
                  <a:srgbClr val="FFFFFF"/>
                </a:solidFill>
                <a:latin typeface="맑은 고딕"/>
                <a:ea typeface="맑은 고딕"/>
                <a:cs typeface="Segoe UI"/>
                <a:sym typeface="맑은 고딕"/>
                <a:rtl val="0"/>
              </a:rPr>
              <a:t>문제</a:t>
            </a:r>
            <a:r>
              <a:rPr lang="ko-KR" altLang="en-US" sz="1000" b="1" spc="0" baseline="0" dirty="0">
                <a:ln/>
                <a:solidFill>
                  <a:srgbClr val="FFFFFF"/>
                </a:solidFill>
                <a:latin typeface="Segoe UI"/>
                <a:ea typeface="맑은 고딕"/>
                <a:cs typeface="Segoe UI"/>
                <a:sym typeface="Segoe UI"/>
                <a:rtl val="0"/>
              </a:rPr>
              <a:t> </a:t>
            </a:r>
            <a:r>
              <a:rPr lang="ko-KR" altLang="en-US" sz="1000" b="1" spc="0" baseline="0" dirty="0">
                <a:ln/>
                <a:solidFill>
                  <a:srgbClr val="FFFFFF"/>
                </a:solidFill>
                <a:latin typeface="맑은 고딕"/>
                <a:ea typeface="맑은 고딕"/>
                <a:cs typeface="Segoe UI"/>
                <a:sym typeface="맑은 고딕"/>
                <a:rtl val="0"/>
              </a:rPr>
              <a:t>생성</a:t>
            </a:r>
            <a:r>
              <a:rPr lang="ko-KR" altLang="en-US" sz="1000" b="1" spc="0" baseline="0" dirty="0">
                <a:ln/>
                <a:solidFill>
                  <a:srgbClr val="FFFFFF"/>
                </a:solidFill>
                <a:latin typeface="Segoe UI"/>
                <a:ea typeface="맑은 고딕"/>
                <a:cs typeface="Segoe UI"/>
                <a:sym typeface="Segoe UI"/>
                <a:rtl val="0"/>
              </a:rPr>
              <a:t> </a:t>
            </a:r>
            <a:r>
              <a:rPr lang="ko-KR" altLang="en-US" sz="1000" b="1" spc="0" baseline="0" dirty="0">
                <a:ln/>
                <a:solidFill>
                  <a:srgbClr val="FFFFFF"/>
                </a:solidFill>
                <a:latin typeface="맑은 고딕"/>
                <a:ea typeface="맑은 고딕"/>
                <a:cs typeface="Segoe UI"/>
                <a:sym typeface="맑은 고딕"/>
                <a:rtl val="0"/>
              </a:rPr>
              <a:t>구조를</a:t>
            </a:r>
            <a:r>
              <a:rPr lang="ko-KR" altLang="en-US" sz="1000" b="1" spc="0" baseline="0" dirty="0">
                <a:ln/>
                <a:solidFill>
                  <a:srgbClr val="FFFFFF"/>
                </a:solidFill>
                <a:latin typeface="Segoe UI"/>
                <a:ea typeface="맑은 고딕"/>
                <a:cs typeface="Segoe UI"/>
                <a:sym typeface="Segoe UI"/>
                <a:rtl val="0"/>
              </a:rPr>
              <a:t> </a:t>
            </a:r>
            <a:r>
              <a:rPr lang="ko-KR" altLang="en-US" sz="1000" b="1" dirty="0">
                <a:ln/>
                <a:solidFill>
                  <a:srgbClr val="FFFFFF"/>
                </a:solidFill>
                <a:latin typeface="맑은 고딕"/>
                <a:ea typeface="맑은 고딕"/>
                <a:cs typeface="Segoe UI"/>
                <a:sym typeface="맑은 고딕"/>
                <a:rtl val="0"/>
              </a:rPr>
              <a:t>공유</a:t>
            </a:r>
            <a:endParaRPr lang="ko-KR" altLang="en-US" sz="1000" b="1" spc="0" baseline="0" dirty="0">
              <a:ln/>
              <a:solidFill>
                <a:srgbClr val="FFFFFF"/>
              </a:solidFill>
              <a:latin typeface="맑은 고딕"/>
              <a:ea typeface="맑은 고딕"/>
              <a:cs typeface="Segoe UI"/>
              <a:sym typeface="맑은 고딕"/>
              <a:rtl val="0"/>
            </a:endParaRPr>
          </a:p>
        </p:txBody>
      </p:sp>
      <p:sp>
        <p:nvSpPr>
          <p:cNvPr id="1122" name="TextBox 1121">
            <a:extLst>
              <a:ext uri="{FF2B5EF4-FFF2-40B4-BE49-F238E27FC236}">
                <a16:creationId xmlns:a16="http://schemas.microsoft.com/office/drawing/2014/main" id="{1068BFAB-7F5F-8791-6C63-50416344B23F}"/>
              </a:ext>
            </a:extLst>
          </p:cNvPr>
          <p:cNvSpPr txBox="1"/>
          <p:nvPr/>
        </p:nvSpPr>
        <p:spPr>
          <a:xfrm>
            <a:off x="235755" y="1088962"/>
            <a:ext cx="2836737" cy="272279"/>
          </a:xfrm>
          <a:prstGeom prst="rect">
            <a:avLst/>
          </a:prstGeom>
          <a:noFill/>
        </p:spPr>
        <p:txBody>
          <a:bodyPr wrap="none" rtlCol="0">
            <a:spAutoFit/>
          </a:bodyPr>
          <a:lstStyle/>
          <a:p>
            <a:pPr algn="l"/>
            <a:r>
              <a:rPr lang="ko-KR" altLang="en-US" sz="1875" b="1" spc="0" baseline="0" dirty="0">
                <a:ln/>
                <a:solidFill>
                  <a:srgbClr val="12243B"/>
                </a:solidFill>
                <a:latin typeface="맑은 고딕"/>
                <a:ea typeface="맑은 고딕"/>
                <a:sym typeface="맑은 고딕"/>
                <a:rtl val="0"/>
              </a:rPr>
              <a:t>사용자</a:t>
            </a:r>
            <a:r>
              <a:rPr lang="ko-KR" altLang="en-US" sz="1875" b="1" spc="0" baseline="0" dirty="0">
                <a:ln/>
                <a:solidFill>
                  <a:srgbClr val="12243B"/>
                </a:solidFill>
                <a:latin typeface="Segoe UI"/>
                <a:ea typeface="맑은 고딕"/>
                <a:cs typeface="Segoe UI"/>
                <a:sym typeface="Segoe UI"/>
                <a:rtl val="0"/>
              </a:rPr>
              <a:t> </a:t>
            </a:r>
            <a:r>
              <a:rPr lang="ko-KR" altLang="en-US" sz="1875" b="1" spc="0" baseline="0" dirty="0">
                <a:ln/>
                <a:solidFill>
                  <a:srgbClr val="12243B"/>
                </a:solidFill>
                <a:latin typeface="맑은 고딕"/>
                <a:ea typeface="맑은 고딕"/>
                <a:cs typeface="Segoe UI"/>
                <a:sym typeface="맑은 고딕"/>
                <a:rtl val="0"/>
              </a:rPr>
              <a:t>학습</a:t>
            </a:r>
            <a:r>
              <a:rPr lang="ko-KR" altLang="en-US" sz="1875" b="1" spc="0" baseline="0" dirty="0">
                <a:ln/>
                <a:solidFill>
                  <a:srgbClr val="12243B"/>
                </a:solidFill>
                <a:latin typeface="Segoe UI"/>
                <a:ea typeface="맑은 고딕"/>
                <a:cs typeface="Segoe UI"/>
                <a:sym typeface="Segoe UI"/>
                <a:rtl val="0"/>
              </a:rPr>
              <a:t> </a:t>
            </a:r>
            <a:r>
              <a:rPr lang="ko-KR" altLang="en-US" sz="1875" b="1" spc="0" baseline="0" dirty="0">
                <a:ln/>
                <a:solidFill>
                  <a:srgbClr val="12243B"/>
                </a:solidFill>
                <a:latin typeface="맑은 고딕"/>
                <a:ea typeface="맑은 고딕"/>
                <a:cs typeface="Segoe UI"/>
                <a:sym typeface="맑은 고딕"/>
                <a:rtl val="0"/>
              </a:rPr>
              <a:t>수준을</a:t>
            </a:r>
            <a:r>
              <a:rPr lang="ko-KR" altLang="en-US" sz="1875" b="1" spc="0" baseline="0" dirty="0">
                <a:ln/>
                <a:solidFill>
                  <a:srgbClr val="12243B"/>
                </a:solidFill>
                <a:latin typeface="Segoe UI"/>
                <a:ea typeface="맑은 고딕"/>
                <a:cs typeface="Segoe UI"/>
                <a:sym typeface="Segoe UI"/>
                <a:rtl val="0"/>
              </a:rPr>
              <a:t> </a:t>
            </a:r>
            <a:r>
              <a:rPr lang="ko-KR" altLang="en-US" sz="1875" b="1" spc="0" baseline="0" dirty="0">
                <a:ln/>
                <a:solidFill>
                  <a:srgbClr val="12243B"/>
                </a:solidFill>
                <a:latin typeface="맑은 고딕"/>
                <a:ea typeface="맑은 고딕"/>
                <a:cs typeface="Segoe UI"/>
                <a:sym typeface="맑은 고딕"/>
                <a:rtl val="0"/>
              </a:rPr>
              <a:t>고려한</a:t>
            </a:r>
            <a:r>
              <a:rPr lang="ko-KR" altLang="en-US" sz="1875" b="1" spc="0" baseline="0" dirty="0">
                <a:ln/>
                <a:solidFill>
                  <a:srgbClr val="12243B"/>
                </a:solidFill>
                <a:latin typeface="Segoe UI"/>
                <a:ea typeface="맑은 고딕"/>
                <a:cs typeface="Segoe UI"/>
                <a:sym typeface="Segoe UI"/>
                <a:rtl val="0"/>
              </a:rPr>
              <a:t> </a:t>
            </a:r>
            <a:r>
              <a:rPr lang="ko-KR" altLang="en-US" sz="1875" b="1" spc="0" baseline="0" dirty="0">
                <a:ln/>
                <a:solidFill>
                  <a:srgbClr val="12243B"/>
                </a:solidFill>
                <a:latin typeface="맑은 고딕"/>
                <a:ea typeface="맑은 고딕"/>
                <a:cs typeface="Segoe UI"/>
                <a:sym typeface="맑은 고딕"/>
                <a:rtl val="0"/>
              </a:rPr>
              <a:t>적응형</a:t>
            </a:r>
            <a:r>
              <a:rPr lang="ko-KR" altLang="en-US" sz="1875" b="1" spc="0" baseline="0" dirty="0">
                <a:ln/>
                <a:solidFill>
                  <a:srgbClr val="12243B"/>
                </a:solidFill>
                <a:latin typeface="Segoe UI"/>
                <a:ea typeface="맑은 고딕"/>
                <a:cs typeface="Segoe UI"/>
                <a:sym typeface="Segoe UI"/>
                <a:rtl val="0"/>
              </a:rPr>
              <a:t> </a:t>
            </a:r>
            <a:r>
              <a:rPr lang="ko-KR" altLang="en-US" sz="1875" b="1" spc="0" baseline="0" dirty="0">
                <a:ln/>
                <a:solidFill>
                  <a:srgbClr val="12243B"/>
                </a:solidFill>
                <a:latin typeface="맑은 고딕"/>
                <a:ea typeface="맑은 고딕"/>
                <a:cs typeface="Segoe UI"/>
                <a:sym typeface="맑은 고딕"/>
                <a:rtl val="0"/>
              </a:rPr>
              <a:t>문제</a:t>
            </a:r>
            <a:r>
              <a:rPr lang="ko-KR" altLang="en-US" sz="1875" b="1" spc="0" baseline="0" dirty="0">
                <a:ln/>
                <a:solidFill>
                  <a:srgbClr val="12243B"/>
                </a:solidFill>
                <a:latin typeface="Segoe UI"/>
                <a:ea typeface="맑은 고딕"/>
                <a:cs typeface="Segoe UI"/>
                <a:sym typeface="Segoe UI"/>
                <a:rtl val="0"/>
              </a:rPr>
              <a:t> </a:t>
            </a:r>
            <a:r>
              <a:rPr lang="ko-KR" altLang="en-US" sz="1875" b="1" spc="0" baseline="0" dirty="0">
                <a:ln/>
                <a:solidFill>
                  <a:srgbClr val="12243B"/>
                </a:solidFill>
                <a:latin typeface="맑은 고딕"/>
                <a:ea typeface="맑은 고딕"/>
                <a:cs typeface="Segoe UI"/>
                <a:sym typeface="맑은 고딕"/>
                <a:rtl val="0"/>
              </a:rPr>
              <a:t>생성</a:t>
            </a:r>
          </a:p>
        </p:txBody>
      </p:sp>
      <p:sp>
        <p:nvSpPr>
          <p:cNvPr id="1123" name="자유형: 도형 1122">
            <a:extLst>
              <a:ext uri="{FF2B5EF4-FFF2-40B4-BE49-F238E27FC236}">
                <a16:creationId xmlns:a16="http://schemas.microsoft.com/office/drawing/2014/main" id="{A531BF97-0813-BF88-E634-0B32BC0D279A}"/>
              </a:ext>
            </a:extLst>
          </p:cNvPr>
          <p:cNvSpPr/>
          <p:nvPr/>
        </p:nvSpPr>
        <p:spPr>
          <a:xfrm>
            <a:off x="3313922" y="1994629"/>
            <a:ext cx="637755" cy="853327"/>
          </a:xfrm>
          <a:custGeom>
            <a:avLst/>
            <a:gdLst>
              <a:gd name="csX0" fmla="*/ 0 w 637755"/>
              <a:gd name="csY0" fmla="*/ 0 h 853327"/>
              <a:gd name="csX1" fmla="*/ 432064 w 637755"/>
              <a:gd name="csY1" fmla="*/ 853327 h 853327"/>
            </a:gdLst>
            <a:ahLst/>
            <a:cxnLst>
              <a:cxn ang="0">
                <a:pos x="csX0" y="csY0"/>
              </a:cxn>
              <a:cxn ang="0">
                <a:pos x="csX1" y="csY1"/>
              </a:cxn>
            </a:cxnLst>
            <a:rect l="l" t="t" r="r" b="b"/>
            <a:pathLst>
              <a:path w="637755" h="853327">
                <a:moveTo>
                  <a:pt x="0" y="0"/>
                </a:moveTo>
                <a:cubicBezTo>
                  <a:pt x="756113" y="108016"/>
                  <a:pt x="756113" y="648097"/>
                  <a:pt x="432064" y="853327"/>
                </a:cubicBezTo>
              </a:path>
            </a:pathLst>
          </a:custGeom>
          <a:noFill/>
          <a:ln w="16184" cap="flat">
            <a:solidFill>
              <a:srgbClr val="0E8F8F"/>
            </a:solidFill>
            <a:prstDash val="solid"/>
            <a:miter/>
          </a:ln>
        </p:spPr>
        <p:txBody>
          <a:bodyPr/>
          <a:lstStyle/>
          <a:p>
            <a:endParaRPr lang="ko-KR" altLang="en-US"/>
          </a:p>
        </p:txBody>
      </p:sp>
      <p:sp>
        <p:nvSpPr>
          <p:cNvPr id="1124" name="자유형: 도형 1123">
            <a:extLst>
              <a:ext uri="{FF2B5EF4-FFF2-40B4-BE49-F238E27FC236}">
                <a16:creationId xmlns:a16="http://schemas.microsoft.com/office/drawing/2014/main" id="{542F7B45-CA0A-C9A8-B913-6D4EDDF908EA}"/>
              </a:ext>
            </a:extLst>
          </p:cNvPr>
          <p:cNvSpPr/>
          <p:nvPr/>
        </p:nvSpPr>
        <p:spPr>
          <a:xfrm>
            <a:off x="3272625" y="3370382"/>
            <a:ext cx="637755" cy="853327"/>
          </a:xfrm>
          <a:custGeom>
            <a:avLst/>
            <a:gdLst>
              <a:gd name="csX0" fmla="*/ 432064 w 637755"/>
              <a:gd name="csY0" fmla="*/ 0 h 853327"/>
              <a:gd name="csX1" fmla="*/ 0 w 637755"/>
              <a:gd name="csY1" fmla="*/ 853327 h 853327"/>
            </a:gdLst>
            <a:ahLst/>
            <a:cxnLst>
              <a:cxn ang="0">
                <a:pos x="csX0" y="csY0"/>
              </a:cxn>
              <a:cxn ang="0">
                <a:pos x="csX1" y="csY1"/>
              </a:cxn>
            </a:cxnLst>
            <a:rect l="l" t="t" r="r" b="b"/>
            <a:pathLst>
              <a:path w="637755" h="853327">
                <a:moveTo>
                  <a:pt x="432064" y="0"/>
                </a:moveTo>
                <a:cubicBezTo>
                  <a:pt x="756113" y="205231"/>
                  <a:pt x="756113" y="745311"/>
                  <a:pt x="0" y="853327"/>
                </a:cubicBezTo>
              </a:path>
            </a:pathLst>
          </a:custGeom>
          <a:noFill/>
          <a:ln w="16184" cap="flat">
            <a:solidFill>
              <a:srgbClr val="0E8F8F"/>
            </a:solidFill>
            <a:prstDash val="solid"/>
            <a:miter/>
          </a:ln>
        </p:spPr>
        <p:txBody>
          <a:bodyPr/>
          <a:lstStyle/>
          <a:p>
            <a:endParaRPr lang="ko-KR" altLang="en-US"/>
          </a:p>
        </p:txBody>
      </p:sp>
      <p:sp>
        <p:nvSpPr>
          <p:cNvPr id="1125" name="자유형: 도형 1124">
            <a:extLst>
              <a:ext uri="{FF2B5EF4-FFF2-40B4-BE49-F238E27FC236}">
                <a16:creationId xmlns:a16="http://schemas.microsoft.com/office/drawing/2014/main" id="{9C4E1B6A-89FB-DB72-06C1-D1AB1670C023}"/>
              </a:ext>
            </a:extLst>
          </p:cNvPr>
          <p:cNvSpPr/>
          <p:nvPr/>
        </p:nvSpPr>
        <p:spPr>
          <a:xfrm>
            <a:off x="1230660" y="3370382"/>
            <a:ext cx="637755" cy="853327"/>
          </a:xfrm>
          <a:custGeom>
            <a:avLst/>
            <a:gdLst>
              <a:gd name="csX0" fmla="*/ 637755 w 637755"/>
              <a:gd name="csY0" fmla="*/ 853327 h 853327"/>
              <a:gd name="csX1" fmla="*/ 205691 w 637755"/>
              <a:gd name="csY1" fmla="*/ 0 h 853327"/>
            </a:gdLst>
            <a:ahLst/>
            <a:cxnLst>
              <a:cxn ang="0">
                <a:pos x="csX0" y="csY0"/>
              </a:cxn>
              <a:cxn ang="0">
                <a:pos x="csX1" y="csY1"/>
              </a:cxn>
            </a:cxnLst>
            <a:rect l="l" t="t" r="r" b="b"/>
            <a:pathLst>
              <a:path w="637755" h="853327">
                <a:moveTo>
                  <a:pt x="637755" y="853327"/>
                </a:moveTo>
                <a:cubicBezTo>
                  <a:pt x="-118357" y="745311"/>
                  <a:pt x="-118357" y="205231"/>
                  <a:pt x="205691" y="0"/>
                </a:cubicBezTo>
              </a:path>
            </a:pathLst>
          </a:custGeom>
          <a:noFill/>
          <a:ln w="16184" cap="flat">
            <a:solidFill>
              <a:srgbClr val="0E8F8F"/>
            </a:solidFill>
            <a:prstDash val="solid"/>
            <a:miter/>
          </a:ln>
        </p:spPr>
        <p:txBody>
          <a:bodyPr/>
          <a:lstStyle/>
          <a:p>
            <a:endParaRPr lang="ko-KR" altLang="en-US"/>
          </a:p>
        </p:txBody>
      </p:sp>
      <p:sp>
        <p:nvSpPr>
          <p:cNvPr id="1126" name="자유형: 도형 1125">
            <a:extLst>
              <a:ext uri="{FF2B5EF4-FFF2-40B4-BE49-F238E27FC236}">
                <a16:creationId xmlns:a16="http://schemas.microsoft.com/office/drawing/2014/main" id="{B7FAD0F1-12F1-F69C-389B-76F62183EEDE}"/>
              </a:ext>
            </a:extLst>
          </p:cNvPr>
          <p:cNvSpPr/>
          <p:nvPr/>
        </p:nvSpPr>
        <p:spPr>
          <a:xfrm>
            <a:off x="1230660" y="1955372"/>
            <a:ext cx="637755" cy="853327"/>
          </a:xfrm>
          <a:custGeom>
            <a:avLst/>
            <a:gdLst>
              <a:gd name="csX0" fmla="*/ 205691 w 637755"/>
              <a:gd name="csY0" fmla="*/ 853327 h 853327"/>
              <a:gd name="csX1" fmla="*/ 637755 w 637755"/>
              <a:gd name="csY1" fmla="*/ 0 h 853327"/>
            </a:gdLst>
            <a:ahLst/>
            <a:cxnLst>
              <a:cxn ang="0">
                <a:pos x="csX0" y="csY0"/>
              </a:cxn>
              <a:cxn ang="0">
                <a:pos x="csX1" y="csY1"/>
              </a:cxn>
            </a:cxnLst>
            <a:rect l="l" t="t" r="r" b="b"/>
            <a:pathLst>
              <a:path w="637755" h="853327">
                <a:moveTo>
                  <a:pt x="205691" y="853327"/>
                </a:moveTo>
                <a:cubicBezTo>
                  <a:pt x="-118357" y="648097"/>
                  <a:pt x="-118357" y="108016"/>
                  <a:pt x="637755" y="0"/>
                </a:cubicBezTo>
              </a:path>
            </a:pathLst>
          </a:custGeom>
          <a:noFill/>
          <a:ln w="16184" cap="flat">
            <a:solidFill>
              <a:srgbClr val="0E8F8F"/>
            </a:solidFill>
            <a:prstDash val="solid"/>
            <a:miter/>
          </a:ln>
        </p:spPr>
        <p:txBody>
          <a:bodyPr/>
          <a:lstStyle/>
          <a:p>
            <a:endParaRPr lang="ko-KR" altLang="en-US"/>
          </a:p>
        </p:txBody>
      </p:sp>
      <p:sp>
        <p:nvSpPr>
          <p:cNvPr id="1127" name="타원 1126">
            <a:extLst>
              <a:ext uri="{FF2B5EF4-FFF2-40B4-BE49-F238E27FC236}">
                <a16:creationId xmlns:a16="http://schemas.microsoft.com/office/drawing/2014/main" id="{A3E26847-460C-D4FD-68F8-CDFDF256DE47}"/>
              </a:ext>
            </a:extLst>
          </p:cNvPr>
          <p:cNvSpPr/>
          <p:nvPr/>
        </p:nvSpPr>
        <p:spPr>
          <a:xfrm>
            <a:off x="2191809" y="2715957"/>
            <a:ext cx="885731" cy="885732"/>
          </a:xfrm>
          <a:prstGeom prst="ellipse">
            <a:avLst/>
          </a:prstGeom>
          <a:solidFill>
            <a:srgbClr val="12243B"/>
          </a:solidFill>
          <a:ln w="5395" cap="flat">
            <a:noFill/>
            <a:prstDash val="solid"/>
            <a:miter/>
          </a:ln>
        </p:spPr>
        <p:txBody>
          <a:bodyPr/>
          <a:lstStyle/>
          <a:p>
            <a:endParaRPr lang="ko-KR" altLang="en-US"/>
          </a:p>
        </p:txBody>
      </p:sp>
      <p:sp>
        <p:nvSpPr>
          <p:cNvPr id="1128" name="TextBox 1127">
            <a:extLst>
              <a:ext uri="{FF2B5EF4-FFF2-40B4-BE49-F238E27FC236}">
                <a16:creationId xmlns:a16="http://schemas.microsoft.com/office/drawing/2014/main" id="{B9F1A294-BC55-2A0D-D2EC-FFCA82653DF7}"/>
              </a:ext>
            </a:extLst>
          </p:cNvPr>
          <p:cNvSpPr txBox="1"/>
          <p:nvPr/>
        </p:nvSpPr>
        <p:spPr>
          <a:xfrm>
            <a:off x="2237541" y="2864394"/>
            <a:ext cx="910782" cy="346249"/>
          </a:xfrm>
          <a:prstGeom prst="rect">
            <a:avLst/>
          </a:prstGeom>
          <a:noFill/>
        </p:spPr>
        <p:txBody>
          <a:bodyPr wrap="square" rtlCol="0">
            <a:spAutoFit/>
          </a:bodyPr>
          <a:lstStyle/>
          <a:p>
            <a:pPr algn="l"/>
            <a:r>
              <a:rPr lang="ko-KR" altLang="en-US" sz="1650" b="1" spc="0" baseline="0" dirty="0">
                <a:ln/>
                <a:solidFill>
                  <a:srgbClr val="FFFFFF"/>
                </a:solidFill>
                <a:latin typeface="맑은 고딕"/>
                <a:ea typeface="맑은 고딕"/>
                <a:sym typeface="맑은 고딕"/>
                <a:rtl val="0"/>
              </a:rPr>
              <a:t>적응</a:t>
            </a:r>
            <a:r>
              <a:rPr lang="ko-KR" altLang="en-US" sz="1650" b="1" dirty="0">
                <a:ln/>
                <a:solidFill>
                  <a:srgbClr val="FFFFFF"/>
                </a:solidFill>
                <a:latin typeface="맑은 고딕"/>
                <a:ea typeface="맑은 고딕"/>
                <a:sym typeface="맑은 고딕"/>
                <a:rtl val="0"/>
              </a:rPr>
              <a:t>형</a:t>
            </a:r>
            <a:endParaRPr lang="ko-KR" altLang="en-US" sz="1650" b="1" spc="0" baseline="0" dirty="0">
              <a:ln/>
              <a:solidFill>
                <a:srgbClr val="FFFFFF"/>
              </a:solidFill>
              <a:latin typeface="맑은 고딕"/>
              <a:ea typeface="맑은 고딕"/>
              <a:sym typeface="맑은 고딕"/>
              <a:rtl val="0"/>
            </a:endParaRPr>
          </a:p>
        </p:txBody>
      </p:sp>
      <p:sp>
        <p:nvSpPr>
          <p:cNvPr id="1129" name="TextBox 1128">
            <a:extLst>
              <a:ext uri="{FF2B5EF4-FFF2-40B4-BE49-F238E27FC236}">
                <a16:creationId xmlns:a16="http://schemas.microsoft.com/office/drawing/2014/main" id="{DE0D3230-18BF-5223-CE79-01E28532AEE2}"/>
              </a:ext>
            </a:extLst>
          </p:cNvPr>
          <p:cNvSpPr txBox="1"/>
          <p:nvPr/>
        </p:nvSpPr>
        <p:spPr>
          <a:xfrm>
            <a:off x="2366243" y="3131818"/>
            <a:ext cx="420515" cy="249476"/>
          </a:xfrm>
          <a:prstGeom prst="rect">
            <a:avLst/>
          </a:prstGeom>
          <a:noFill/>
        </p:spPr>
        <p:txBody>
          <a:bodyPr wrap="none" rtlCol="0">
            <a:spAutoFit/>
          </a:bodyPr>
          <a:lstStyle/>
          <a:p>
            <a:pPr algn="l"/>
            <a:r>
              <a:rPr lang="ko-KR" altLang="en-US" sz="1650" b="1" spc="0" baseline="0" dirty="0">
                <a:ln/>
                <a:solidFill>
                  <a:srgbClr val="FFFFFF"/>
                </a:solidFill>
                <a:latin typeface="맑은 고딕"/>
                <a:ea typeface="맑은 고딕"/>
                <a:sym typeface="맑은 고딕"/>
                <a:rtl val="0"/>
              </a:rPr>
              <a:t>루프</a:t>
            </a:r>
          </a:p>
        </p:txBody>
      </p:sp>
      <p:sp>
        <p:nvSpPr>
          <p:cNvPr id="1130" name="사각형: 둥근 모서리 1129">
            <a:extLst>
              <a:ext uri="{FF2B5EF4-FFF2-40B4-BE49-F238E27FC236}">
                <a16:creationId xmlns:a16="http://schemas.microsoft.com/office/drawing/2014/main" id="{F7C6AA26-F89D-75F1-37D9-2F85A4381F90}"/>
              </a:ext>
            </a:extLst>
          </p:cNvPr>
          <p:cNvSpPr/>
          <p:nvPr/>
        </p:nvSpPr>
        <p:spPr>
          <a:xfrm>
            <a:off x="1868415" y="1512506"/>
            <a:ext cx="1703124" cy="561683"/>
          </a:xfrm>
          <a:prstGeom prst="roundRect">
            <a:avLst>
              <a:gd name="adj" fmla="val 11538"/>
            </a:avLst>
          </a:prstGeom>
          <a:solidFill>
            <a:srgbClr val="FBFEFE"/>
          </a:solidFill>
          <a:ln w="10789" cap="flat">
            <a:solidFill>
              <a:srgbClr val="0E8F8F"/>
            </a:solidFill>
            <a:prstDash val="solid"/>
            <a:miter/>
          </a:ln>
        </p:spPr>
        <p:txBody>
          <a:bodyPr/>
          <a:lstStyle/>
          <a:p>
            <a:endParaRPr lang="ko-KR" altLang="en-US"/>
          </a:p>
        </p:txBody>
      </p:sp>
      <p:sp>
        <p:nvSpPr>
          <p:cNvPr id="1131" name="타원 1130">
            <a:extLst>
              <a:ext uri="{FF2B5EF4-FFF2-40B4-BE49-F238E27FC236}">
                <a16:creationId xmlns:a16="http://schemas.microsoft.com/office/drawing/2014/main" id="{B5163AE4-EE5E-49FE-2520-6A6763A6B63A}"/>
              </a:ext>
            </a:extLst>
          </p:cNvPr>
          <p:cNvSpPr/>
          <p:nvPr/>
        </p:nvSpPr>
        <p:spPr>
          <a:xfrm>
            <a:off x="1938626" y="1582716"/>
            <a:ext cx="183627" cy="183627"/>
          </a:xfrm>
          <a:prstGeom prst="ellipse">
            <a:avLst/>
          </a:prstGeom>
          <a:solidFill>
            <a:srgbClr val="0E8F8F"/>
          </a:solidFill>
          <a:ln w="5395" cap="flat">
            <a:noFill/>
            <a:prstDash val="solid"/>
            <a:miter/>
          </a:ln>
        </p:spPr>
        <p:txBody>
          <a:bodyPr/>
          <a:lstStyle/>
          <a:p>
            <a:endParaRPr lang="ko-KR" altLang="en-US"/>
          </a:p>
        </p:txBody>
      </p:sp>
      <p:sp>
        <p:nvSpPr>
          <p:cNvPr id="1132" name="TextBox 1131">
            <a:extLst>
              <a:ext uri="{FF2B5EF4-FFF2-40B4-BE49-F238E27FC236}">
                <a16:creationId xmlns:a16="http://schemas.microsoft.com/office/drawing/2014/main" id="{A5D1BD60-A8FC-B122-F8AB-5F2C07DB515C}"/>
              </a:ext>
            </a:extLst>
          </p:cNvPr>
          <p:cNvSpPr txBox="1"/>
          <p:nvPr/>
        </p:nvSpPr>
        <p:spPr>
          <a:xfrm>
            <a:off x="1914147" y="1573572"/>
            <a:ext cx="277662" cy="276999"/>
          </a:xfrm>
          <a:prstGeom prst="rect">
            <a:avLst/>
          </a:prstGeom>
          <a:noFill/>
        </p:spPr>
        <p:txBody>
          <a:bodyPr wrap="square" rtlCol="0">
            <a:spAutoFit/>
          </a:bodyPr>
          <a:lstStyle/>
          <a:p>
            <a:pPr algn="l"/>
            <a:r>
              <a:rPr lang="ko-KR" altLang="en-US" sz="1200" b="1" spc="0" baseline="0">
                <a:ln/>
                <a:solidFill>
                  <a:srgbClr val="FFFFFF"/>
                </a:solidFill>
                <a:latin typeface="Segoe UI"/>
                <a:cs typeface="Segoe UI"/>
                <a:sym typeface="Segoe UI"/>
                <a:rtl val="0"/>
              </a:rPr>
              <a:t>1</a:t>
            </a:r>
          </a:p>
        </p:txBody>
      </p:sp>
      <p:sp>
        <p:nvSpPr>
          <p:cNvPr id="1133" name="TextBox 1132">
            <a:extLst>
              <a:ext uri="{FF2B5EF4-FFF2-40B4-BE49-F238E27FC236}">
                <a16:creationId xmlns:a16="http://schemas.microsoft.com/office/drawing/2014/main" id="{0848BDCD-BAA4-3FC7-D1AF-270B3E2D314B}"/>
              </a:ext>
            </a:extLst>
          </p:cNvPr>
          <p:cNvSpPr txBox="1"/>
          <p:nvPr/>
        </p:nvSpPr>
        <p:spPr>
          <a:xfrm>
            <a:off x="2090222" y="1561286"/>
            <a:ext cx="575464" cy="214411"/>
          </a:xfrm>
          <a:prstGeom prst="rect">
            <a:avLst/>
          </a:prstGeom>
          <a:noFill/>
        </p:spPr>
        <p:txBody>
          <a:bodyPr wrap="none" rtlCol="0">
            <a:spAutoFit/>
          </a:bodyPr>
          <a:lstStyle/>
          <a:p>
            <a:pPr algn="l"/>
            <a:r>
              <a:rPr lang="ko-KR" altLang="en-US" sz="1275" b="1" spc="0" baseline="0" dirty="0">
                <a:ln/>
                <a:solidFill>
                  <a:srgbClr val="12243B"/>
                </a:solidFill>
                <a:latin typeface="맑은 고딕"/>
                <a:ea typeface="맑은 고딕"/>
                <a:sym typeface="맑은 고딕"/>
                <a:rtl val="0"/>
              </a:rPr>
              <a:t>문제</a:t>
            </a:r>
            <a:r>
              <a:rPr lang="ko-KR" altLang="en-US" sz="1275" b="1" spc="0" baseline="0" dirty="0">
                <a:ln/>
                <a:solidFill>
                  <a:srgbClr val="12243B"/>
                </a:solidFill>
                <a:latin typeface="Segoe UI"/>
                <a:ea typeface="맑은 고딕"/>
                <a:cs typeface="Segoe UI"/>
                <a:sym typeface="Segoe UI"/>
                <a:rtl val="0"/>
              </a:rPr>
              <a:t> </a:t>
            </a:r>
            <a:r>
              <a:rPr lang="ko-KR" altLang="en-US" sz="1275" b="1" spc="0" baseline="0" dirty="0">
                <a:ln/>
                <a:solidFill>
                  <a:srgbClr val="12243B"/>
                </a:solidFill>
                <a:latin typeface="맑은 고딕"/>
                <a:ea typeface="맑은 고딕"/>
                <a:cs typeface="Segoe UI"/>
                <a:sym typeface="맑은 고딕"/>
                <a:rtl val="0"/>
              </a:rPr>
              <a:t>풀이</a:t>
            </a:r>
          </a:p>
        </p:txBody>
      </p:sp>
      <p:sp>
        <p:nvSpPr>
          <p:cNvPr id="1134" name="TextBox 1133">
            <a:extLst>
              <a:ext uri="{FF2B5EF4-FFF2-40B4-BE49-F238E27FC236}">
                <a16:creationId xmlns:a16="http://schemas.microsoft.com/office/drawing/2014/main" id="{104943BF-A4BC-B11E-3C2A-EE2687AD7619}"/>
              </a:ext>
            </a:extLst>
          </p:cNvPr>
          <p:cNvSpPr txBox="1"/>
          <p:nvPr/>
        </p:nvSpPr>
        <p:spPr>
          <a:xfrm>
            <a:off x="1884992" y="1758102"/>
            <a:ext cx="1056860" cy="178243"/>
          </a:xfrm>
          <a:prstGeom prst="rect">
            <a:avLst/>
          </a:prstGeom>
          <a:noFill/>
        </p:spPr>
        <p:txBody>
          <a:bodyPr wrap="none" rtlCol="0">
            <a:spAutoFit/>
          </a:bodyPr>
          <a:lstStyle/>
          <a:p>
            <a:pPr algn="l"/>
            <a:r>
              <a:rPr lang="ko-KR" altLang="en-US" sz="900" spc="0" baseline="0" dirty="0">
                <a:ln/>
                <a:solidFill>
                  <a:srgbClr val="5B6B7B"/>
                </a:solidFill>
                <a:latin typeface="맑은 고딕"/>
                <a:ea typeface="맑은 고딕"/>
                <a:sym typeface="맑은 고딕"/>
                <a:rtl val="0"/>
              </a:rPr>
              <a:t>사용자가</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퀴즈</a:t>
            </a:r>
            <a:r>
              <a:rPr lang="ko-KR" altLang="en-US" sz="900" spc="0" baseline="0" dirty="0">
                <a:ln/>
                <a:solidFill>
                  <a:srgbClr val="5B6B7B"/>
                </a:solidFill>
                <a:latin typeface="Segoe UI"/>
                <a:ea typeface="맑은 고딕"/>
                <a:cs typeface="Segoe UI"/>
                <a:sym typeface="Segoe UI"/>
                <a:rtl val="0"/>
              </a:rPr>
              <a:t> / </a:t>
            </a:r>
            <a:r>
              <a:rPr lang="ko-KR" altLang="en-US" sz="900" spc="0" baseline="0" dirty="0">
                <a:ln/>
                <a:solidFill>
                  <a:srgbClr val="5B6B7B"/>
                </a:solidFill>
                <a:latin typeface="맑은 고딕"/>
                <a:ea typeface="맑은 고딕"/>
                <a:cs typeface="Segoe UI"/>
                <a:sym typeface="맑은 고딕"/>
                <a:rtl val="0"/>
              </a:rPr>
              <a:t>모의고사</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풀이</a:t>
            </a:r>
          </a:p>
        </p:txBody>
      </p:sp>
      <p:sp>
        <p:nvSpPr>
          <p:cNvPr id="1135" name="사각형: 둥근 모서리 1134">
            <a:extLst>
              <a:ext uri="{FF2B5EF4-FFF2-40B4-BE49-F238E27FC236}">
                <a16:creationId xmlns:a16="http://schemas.microsoft.com/office/drawing/2014/main" id="{500C4B21-0A50-5BD7-DAE7-EE0DB55604EE}"/>
              </a:ext>
            </a:extLst>
          </p:cNvPr>
          <p:cNvSpPr/>
          <p:nvPr/>
        </p:nvSpPr>
        <p:spPr>
          <a:xfrm>
            <a:off x="3132988" y="2847167"/>
            <a:ext cx="1664359" cy="549958"/>
          </a:xfrm>
          <a:prstGeom prst="roundRect">
            <a:avLst>
              <a:gd name="adj" fmla="val 11538"/>
            </a:avLst>
          </a:prstGeom>
          <a:solidFill>
            <a:srgbClr val="FBFEFE"/>
          </a:solidFill>
          <a:ln w="10789" cap="flat">
            <a:solidFill>
              <a:srgbClr val="0E8F8F"/>
            </a:solidFill>
            <a:prstDash val="solid"/>
            <a:miter/>
          </a:ln>
        </p:spPr>
        <p:txBody>
          <a:bodyPr/>
          <a:lstStyle/>
          <a:p>
            <a:endParaRPr lang="ko-KR" altLang="en-US"/>
          </a:p>
        </p:txBody>
      </p:sp>
      <p:sp>
        <p:nvSpPr>
          <p:cNvPr id="1136" name="타원 1135">
            <a:extLst>
              <a:ext uri="{FF2B5EF4-FFF2-40B4-BE49-F238E27FC236}">
                <a16:creationId xmlns:a16="http://schemas.microsoft.com/office/drawing/2014/main" id="{F0BC7806-383F-62EE-4A25-392FC83572BC}"/>
              </a:ext>
            </a:extLst>
          </p:cNvPr>
          <p:cNvSpPr/>
          <p:nvPr/>
        </p:nvSpPr>
        <p:spPr>
          <a:xfrm>
            <a:off x="3234819" y="2878909"/>
            <a:ext cx="183627" cy="183627"/>
          </a:xfrm>
          <a:prstGeom prst="ellipse">
            <a:avLst/>
          </a:prstGeom>
          <a:solidFill>
            <a:srgbClr val="0E8F8F"/>
          </a:solidFill>
          <a:ln w="5395" cap="flat">
            <a:noFill/>
            <a:prstDash val="solid"/>
            <a:miter/>
          </a:ln>
        </p:spPr>
        <p:txBody>
          <a:bodyPr/>
          <a:lstStyle/>
          <a:p>
            <a:endParaRPr lang="ko-KR" altLang="en-US"/>
          </a:p>
        </p:txBody>
      </p:sp>
      <p:sp>
        <p:nvSpPr>
          <p:cNvPr id="1137" name="TextBox 1136">
            <a:extLst>
              <a:ext uri="{FF2B5EF4-FFF2-40B4-BE49-F238E27FC236}">
                <a16:creationId xmlns:a16="http://schemas.microsoft.com/office/drawing/2014/main" id="{17133092-EC52-DDE9-D152-4F9CF7E05AD1}"/>
              </a:ext>
            </a:extLst>
          </p:cNvPr>
          <p:cNvSpPr txBox="1"/>
          <p:nvPr/>
        </p:nvSpPr>
        <p:spPr>
          <a:xfrm>
            <a:off x="3210340" y="2864159"/>
            <a:ext cx="232584" cy="206375"/>
          </a:xfrm>
          <a:prstGeom prst="rect">
            <a:avLst/>
          </a:prstGeom>
          <a:noFill/>
        </p:spPr>
        <p:txBody>
          <a:bodyPr wrap="none" rtlCol="0">
            <a:spAutoFit/>
          </a:bodyPr>
          <a:lstStyle/>
          <a:p>
            <a:pPr algn="l"/>
            <a:r>
              <a:rPr lang="ko-KR" altLang="en-US" sz="1200" b="1" spc="0" baseline="0">
                <a:ln/>
                <a:solidFill>
                  <a:srgbClr val="FFFFFF"/>
                </a:solidFill>
                <a:latin typeface="Segoe UI"/>
                <a:cs typeface="Segoe UI"/>
                <a:sym typeface="Segoe UI"/>
                <a:rtl val="0"/>
              </a:rPr>
              <a:t>2</a:t>
            </a:r>
          </a:p>
        </p:txBody>
      </p:sp>
      <p:sp>
        <p:nvSpPr>
          <p:cNvPr id="1138" name="TextBox 1137">
            <a:extLst>
              <a:ext uri="{FF2B5EF4-FFF2-40B4-BE49-F238E27FC236}">
                <a16:creationId xmlns:a16="http://schemas.microsoft.com/office/drawing/2014/main" id="{D616523C-FB52-F66D-2235-48E898CCB882}"/>
              </a:ext>
            </a:extLst>
          </p:cNvPr>
          <p:cNvSpPr txBox="1"/>
          <p:nvPr/>
        </p:nvSpPr>
        <p:spPr>
          <a:xfrm>
            <a:off x="3369524" y="2847167"/>
            <a:ext cx="740397" cy="214411"/>
          </a:xfrm>
          <a:prstGeom prst="rect">
            <a:avLst/>
          </a:prstGeom>
          <a:noFill/>
        </p:spPr>
        <p:txBody>
          <a:bodyPr wrap="none" rtlCol="0">
            <a:spAutoFit/>
          </a:bodyPr>
          <a:lstStyle/>
          <a:p>
            <a:pPr algn="l"/>
            <a:r>
              <a:rPr lang="ko-KR" altLang="en-US" sz="1275" b="1" spc="0" baseline="0" dirty="0" err="1">
                <a:ln/>
                <a:solidFill>
                  <a:srgbClr val="12243B"/>
                </a:solidFill>
                <a:latin typeface="Segoe UI"/>
                <a:cs typeface="Segoe UI"/>
                <a:sym typeface="Segoe UI"/>
                <a:rtl val="0"/>
              </a:rPr>
              <a:t>mastery</a:t>
            </a:r>
            <a:r>
              <a:rPr lang="ko-KR" altLang="en-US" sz="1275" b="1" spc="0" baseline="0" dirty="0">
                <a:ln/>
                <a:solidFill>
                  <a:srgbClr val="12243B"/>
                </a:solidFill>
                <a:latin typeface="Segoe UI"/>
                <a:cs typeface="Segoe UI"/>
                <a:sym typeface="Segoe UI"/>
                <a:rtl val="0"/>
              </a:rPr>
              <a:t> </a:t>
            </a:r>
            <a:r>
              <a:rPr lang="ko-KR" altLang="en-US" sz="1275" b="1" spc="0" baseline="0" dirty="0">
                <a:ln/>
                <a:solidFill>
                  <a:srgbClr val="12243B"/>
                </a:solidFill>
                <a:latin typeface="맑은 고딕"/>
                <a:ea typeface="맑은 고딕"/>
                <a:cs typeface="Segoe UI"/>
                <a:sym typeface="맑은 고딕"/>
                <a:rtl val="0"/>
              </a:rPr>
              <a:t>갱신</a:t>
            </a:r>
          </a:p>
        </p:txBody>
      </p:sp>
      <p:sp>
        <p:nvSpPr>
          <p:cNvPr id="1139" name="TextBox 1138">
            <a:extLst>
              <a:ext uri="{FF2B5EF4-FFF2-40B4-BE49-F238E27FC236}">
                <a16:creationId xmlns:a16="http://schemas.microsoft.com/office/drawing/2014/main" id="{DEA782EE-9E52-EEAD-CCEA-DA4993F6BA1E}"/>
              </a:ext>
            </a:extLst>
          </p:cNvPr>
          <p:cNvSpPr txBox="1"/>
          <p:nvPr/>
        </p:nvSpPr>
        <p:spPr>
          <a:xfrm>
            <a:off x="3181185" y="3043494"/>
            <a:ext cx="833286" cy="178243"/>
          </a:xfrm>
          <a:prstGeom prst="rect">
            <a:avLst/>
          </a:prstGeom>
          <a:noFill/>
        </p:spPr>
        <p:txBody>
          <a:bodyPr wrap="none" rtlCol="0">
            <a:spAutoFit/>
          </a:bodyPr>
          <a:lstStyle/>
          <a:p>
            <a:pPr algn="l"/>
            <a:r>
              <a:rPr lang="ko-KR" altLang="en-US" sz="900" spc="0" baseline="0" dirty="0">
                <a:ln/>
                <a:solidFill>
                  <a:srgbClr val="5B6B7B"/>
                </a:solidFill>
                <a:latin typeface="맑은 고딕"/>
                <a:ea typeface="맑은 고딕"/>
                <a:sym typeface="맑은 고딕"/>
                <a:rtl val="0"/>
              </a:rPr>
              <a:t>키워드별</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err="1">
                <a:ln/>
                <a:solidFill>
                  <a:srgbClr val="5B6B7B"/>
                </a:solidFill>
                <a:latin typeface="Segoe UI"/>
                <a:ea typeface="맑은 고딕"/>
                <a:cs typeface="Segoe UI"/>
                <a:sym typeface="Segoe UI"/>
                <a:rtl val="0"/>
              </a:rPr>
              <a:t>mastery</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갱신</a:t>
            </a:r>
          </a:p>
        </p:txBody>
      </p:sp>
      <p:sp>
        <p:nvSpPr>
          <p:cNvPr id="1140" name="TextBox 1139">
            <a:extLst>
              <a:ext uri="{FF2B5EF4-FFF2-40B4-BE49-F238E27FC236}">
                <a16:creationId xmlns:a16="http://schemas.microsoft.com/office/drawing/2014/main" id="{31734D49-E2A0-A622-3D98-7AB8CCA1CB8C}"/>
              </a:ext>
            </a:extLst>
          </p:cNvPr>
          <p:cNvSpPr txBox="1"/>
          <p:nvPr/>
        </p:nvSpPr>
        <p:spPr>
          <a:xfrm>
            <a:off x="3188470" y="3180995"/>
            <a:ext cx="947842" cy="178243"/>
          </a:xfrm>
          <a:prstGeom prst="rect">
            <a:avLst/>
          </a:prstGeom>
          <a:noFill/>
        </p:spPr>
        <p:txBody>
          <a:bodyPr wrap="none" rtlCol="0">
            <a:spAutoFit/>
          </a:bodyPr>
          <a:lstStyle/>
          <a:p>
            <a:pPr algn="l"/>
            <a:r>
              <a:rPr lang="ko-KR" altLang="en-US" sz="900" spc="0" baseline="0" dirty="0" err="1">
                <a:ln/>
                <a:solidFill>
                  <a:srgbClr val="5B6B7B"/>
                </a:solidFill>
                <a:latin typeface="맑은 고딕"/>
                <a:ea typeface="맑은 고딕"/>
                <a:sym typeface="맑은 고딕"/>
                <a:rtl val="0"/>
              </a:rPr>
              <a:t>정답률</a:t>
            </a:r>
            <a:r>
              <a:rPr lang="ko-KR" altLang="en-US" sz="900" spc="0" baseline="0" dirty="0">
                <a:ln/>
                <a:solidFill>
                  <a:srgbClr val="5B6B7B"/>
                </a:solidFill>
                <a:latin typeface="Segoe UI"/>
                <a:ea typeface="맑은 고딕"/>
                <a:cs typeface="Segoe UI"/>
                <a:sym typeface="Segoe UI"/>
                <a:rtl val="0"/>
              </a:rPr>
              <a:t> · </a:t>
            </a:r>
            <a:r>
              <a:rPr lang="ko-KR" altLang="en-US" sz="900" spc="0" baseline="0" dirty="0">
                <a:ln/>
                <a:solidFill>
                  <a:srgbClr val="5B6B7B"/>
                </a:solidFill>
                <a:latin typeface="맑은 고딕"/>
                <a:ea typeface="맑은 고딕"/>
                <a:cs typeface="Segoe UI"/>
                <a:sym typeface="맑은 고딕"/>
                <a:rtl val="0"/>
              </a:rPr>
              <a:t>난이도</a:t>
            </a:r>
            <a:r>
              <a:rPr lang="ko-KR" altLang="en-US" sz="900" spc="0" baseline="0" dirty="0">
                <a:ln/>
                <a:solidFill>
                  <a:srgbClr val="5B6B7B"/>
                </a:solidFill>
                <a:latin typeface="Segoe UI"/>
                <a:ea typeface="맑은 고딕"/>
                <a:cs typeface="Segoe UI"/>
                <a:sym typeface="Segoe UI"/>
                <a:rtl val="0"/>
              </a:rPr>
              <a:t> · </a:t>
            </a:r>
            <a:r>
              <a:rPr lang="ko-KR" altLang="en-US" sz="900" spc="0" baseline="0" dirty="0">
                <a:ln/>
                <a:solidFill>
                  <a:srgbClr val="5B6B7B"/>
                </a:solidFill>
                <a:latin typeface="맑은 고딕"/>
                <a:ea typeface="맑은 고딕"/>
                <a:cs typeface="Segoe UI"/>
                <a:sym typeface="맑은 고딕"/>
                <a:rtl val="0"/>
              </a:rPr>
              <a:t>힌트</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반영</a:t>
            </a:r>
          </a:p>
        </p:txBody>
      </p:sp>
      <p:sp>
        <p:nvSpPr>
          <p:cNvPr id="1141" name="사각형: 둥근 모서리 1140">
            <a:extLst>
              <a:ext uri="{FF2B5EF4-FFF2-40B4-BE49-F238E27FC236}">
                <a16:creationId xmlns:a16="http://schemas.microsoft.com/office/drawing/2014/main" id="{3EB9166E-C868-2E10-F14A-6581FC5DA364}"/>
              </a:ext>
            </a:extLst>
          </p:cNvPr>
          <p:cNvSpPr/>
          <p:nvPr/>
        </p:nvSpPr>
        <p:spPr>
          <a:xfrm>
            <a:off x="1682807" y="4082342"/>
            <a:ext cx="2325912" cy="561683"/>
          </a:xfrm>
          <a:prstGeom prst="roundRect">
            <a:avLst>
              <a:gd name="adj" fmla="val 11538"/>
            </a:avLst>
          </a:prstGeom>
          <a:solidFill>
            <a:srgbClr val="FBFEFE"/>
          </a:solidFill>
          <a:ln w="10789" cap="flat">
            <a:solidFill>
              <a:srgbClr val="0E8F8F"/>
            </a:solidFill>
            <a:prstDash val="solid"/>
            <a:miter/>
          </a:ln>
        </p:spPr>
        <p:txBody>
          <a:bodyPr/>
          <a:lstStyle/>
          <a:p>
            <a:endParaRPr lang="ko-KR" altLang="en-US"/>
          </a:p>
        </p:txBody>
      </p:sp>
      <p:sp>
        <p:nvSpPr>
          <p:cNvPr id="1142" name="타원 1141">
            <a:extLst>
              <a:ext uri="{FF2B5EF4-FFF2-40B4-BE49-F238E27FC236}">
                <a16:creationId xmlns:a16="http://schemas.microsoft.com/office/drawing/2014/main" id="{C85E5462-29B2-22D9-082E-977E8A620A4A}"/>
              </a:ext>
            </a:extLst>
          </p:cNvPr>
          <p:cNvSpPr/>
          <p:nvPr/>
        </p:nvSpPr>
        <p:spPr>
          <a:xfrm>
            <a:off x="1779301" y="4178610"/>
            <a:ext cx="183627" cy="183627"/>
          </a:xfrm>
          <a:prstGeom prst="ellipse">
            <a:avLst/>
          </a:prstGeom>
          <a:solidFill>
            <a:srgbClr val="0E8F8F"/>
          </a:solidFill>
          <a:ln w="5395" cap="flat">
            <a:noFill/>
            <a:prstDash val="solid"/>
            <a:miter/>
          </a:ln>
        </p:spPr>
        <p:txBody>
          <a:bodyPr/>
          <a:lstStyle/>
          <a:p>
            <a:endParaRPr lang="ko-KR" altLang="en-US"/>
          </a:p>
        </p:txBody>
      </p:sp>
      <p:sp>
        <p:nvSpPr>
          <p:cNvPr id="1143" name="TextBox 1142">
            <a:extLst>
              <a:ext uri="{FF2B5EF4-FFF2-40B4-BE49-F238E27FC236}">
                <a16:creationId xmlns:a16="http://schemas.microsoft.com/office/drawing/2014/main" id="{695C43E5-DE36-ED4B-4F92-034378C9B73A}"/>
              </a:ext>
            </a:extLst>
          </p:cNvPr>
          <p:cNvSpPr txBox="1"/>
          <p:nvPr/>
        </p:nvSpPr>
        <p:spPr>
          <a:xfrm>
            <a:off x="1728539" y="4137803"/>
            <a:ext cx="232584" cy="206375"/>
          </a:xfrm>
          <a:prstGeom prst="rect">
            <a:avLst/>
          </a:prstGeom>
          <a:noFill/>
        </p:spPr>
        <p:txBody>
          <a:bodyPr wrap="none" rtlCol="0">
            <a:spAutoFit/>
          </a:bodyPr>
          <a:lstStyle/>
          <a:p>
            <a:pPr algn="l"/>
            <a:r>
              <a:rPr lang="ko-KR" altLang="en-US" sz="1200" b="1" spc="0" baseline="0">
                <a:ln/>
                <a:solidFill>
                  <a:srgbClr val="FFFFFF"/>
                </a:solidFill>
                <a:latin typeface="Segoe UI"/>
                <a:cs typeface="Segoe UI"/>
                <a:sym typeface="Segoe UI"/>
                <a:rtl val="0"/>
              </a:rPr>
              <a:t>3</a:t>
            </a:r>
          </a:p>
        </p:txBody>
      </p:sp>
      <p:sp>
        <p:nvSpPr>
          <p:cNvPr id="1144" name="TextBox 1143">
            <a:extLst>
              <a:ext uri="{FF2B5EF4-FFF2-40B4-BE49-F238E27FC236}">
                <a16:creationId xmlns:a16="http://schemas.microsoft.com/office/drawing/2014/main" id="{392F8B81-45E7-A89A-5724-EBAAADAC6142}"/>
              </a:ext>
            </a:extLst>
          </p:cNvPr>
          <p:cNvSpPr txBox="1"/>
          <p:nvPr/>
        </p:nvSpPr>
        <p:spPr>
          <a:xfrm>
            <a:off x="1914147" y="4114943"/>
            <a:ext cx="926445" cy="214411"/>
          </a:xfrm>
          <a:prstGeom prst="rect">
            <a:avLst/>
          </a:prstGeom>
          <a:noFill/>
        </p:spPr>
        <p:txBody>
          <a:bodyPr wrap="none" rtlCol="0">
            <a:spAutoFit/>
          </a:bodyPr>
          <a:lstStyle/>
          <a:p>
            <a:pPr algn="l"/>
            <a:r>
              <a:rPr lang="ko-KR" altLang="en-US" sz="1275" b="1" spc="0" baseline="0" dirty="0">
                <a:ln/>
                <a:solidFill>
                  <a:srgbClr val="12243B"/>
                </a:solidFill>
                <a:latin typeface="맑은 고딕"/>
                <a:ea typeface="맑은 고딕"/>
                <a:sym typeface="맑은 고딕"/>
                <a:rtl val="0"/>
              </a:rPr>
              <a:t>난이도</a:t>
            </a:r>
            <a:r>
              <a:rPr lang="ko-KR" altLang="en-US" sz="1275" b="1" spc="0" baseline="0" dirty="0">
                <a:ln/>
                <a:solidFill>
                  <a:srgbClr val="12243B"/>
                </a:solidFill>
                <a:latin typeface="Segoe UI"/>
                <a:ea typeface="맑은 고딕"/>
                <a:cs typeface="Segoe UI"/>
                <a:sym typeface="Segoe UI"/>
                <a:rtl val="0"/>
              </a:rPr>
              <a:t> · </a:t>
            </a:r>
            <a:r>
              <a:rPr lang="ko-KR" altLang="en-US" sz="1275" b="1" spc="0" baseline="0" dirty="0">
                <a:ln/>
                <a:solidFill>
                  <a:srgbClr val="12243B"/>
                </a:solidFill>
                <a:latin typeface="맑은 고딕"/>
                <a:ea typeface="맑은 고딕"/>
                <a:cs typeface="Segoe UI"/>
                <a:sym typeface="맑은 고딕"/>
                <a:rtl val="0"/>
              </a:rPr>
              <a:t>범위</a:t>
            </a:r>
            <a:r>
              <a:rPr lang="ko-KR" altLang="en-US" sz="1275" b="1" spc="0" baseline="0" dirty="0">
                <a:ln/>
                <a:solidFill>
                  <a:srgbClr val="12243B"/>
                </a:solidFill>
                <a:latin typeface="Segoe UI"/>
                <a:ea typeface="맑은 고딕"/>
                <a:cs typeface="Segoe UI"/>
                <a:sym typeface="Segoe UI"/>
                <a:rtl val="0"/>
              </a:rPr>
              <a:t> </a:t>
            </a:r>
            <a:r>
              <a:rPr lang="ko-KR" altLang="en-US" sz="1275" b="1" spc="0" baseline="0" dirty="0">
                <a:ln/>
                <a:solidFill>
                  <a:srgbClr val="12243B"/>
                </a:solidFill>
                <a:latin typeface="맑은 고딕"/>
                <a:ea typeface="맑은 고딕"/>
                <a:cs typeface="Segoe UI"/>
                <a:sym typeface="맑은 고딕"/>
                <a:rtl val="0"/>
              </a:rPr>
              <a:t>결정</a:t>
            </a:r>
          </a:p>
        </p:txBody>
      </p:sp>
      <p:sp>
        <p:nvSpPr>
          <p:cNvPr id="1145" name="TextBox 1144">
            <a:extLst>
              <a:ext uri="{FF2B5EF4-FFF2-40B4-BE49-F238E27FC236}">
                <a16:creationId xmlns:a16="http://schemas.microsoft.com/office/drawing/2014/main" id="{3C5C7C66-47EF-D135-4A9F-77D12F4A2CC1}"/>
              </a:ext>
            </a:extLst>
          </p:cNvPr>
          <p:cNvSpPr txBox="1"/>
          <p:nvPr/>
        </p:nvSpPr>
        <p:spPr>
          <a:xfrm>
            <a:off x="1699384" y="4317137"/>
            <a:ext cx="1340213" cy="178243"/>
          </a:xfrm>
          <a:prstGeom prst="rect">
            <a:avLst/>
          </a:prstGeom>
          <a:noFill/>
        </p:spPr>
        <p:txBody>
          <a:bodyPr wrap="none" rtlCol="0">
            <a:spAutoFit/>
          </a:bodyPr>
          <a:lstStyle/>
          <a:p>
            <a:pPr algn="l"/>
            <a:r>
              <a:rPr lang="ko-KR" altLang="en-US" sz="900" spc="0" baseline="0" dirty="0">
                <a:ln/>
                <a:solidFill>
                  <a:srgbClr val="5B6B7B"/>
                </a:solidFill>
                <a:latin typeface="맑은 고딕"/>
                <a:ea typeface="맑은 고딕"/>
                <a:sym typeface="맑은 고딕"/>
                <a:rtl val="0"/>
              </a:rPr>
              <a:t>대상</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키워드</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err="1">
                <a:ln/>
                <a:solidFill>
                  <a:srgbClr val="5B6B7B"/>
                </a:solidFill>
                <a:latin typeface="Segoe UI"/>
                <a:ea typeface="맑은 고딕"/>
                <a:cs typeface="Segoe UI"/>
                <a:sym typeface="Segoe UI"/>
                <a:rtl val="0"/>
              </a:rPr>
              <a:t>mastery</a:t>
            </a:r>
            <a:r>
              <a:rPr lang="ko-KR" altLang="en-US" sz="900" spc="0" baseline="0" dirty="0" err="1">
                <a:ln/>
                <a:solidFill>
                  <a:srgbClr val="5B6B7B"/>
                </a:solidFill>
                <a:latin typeface="맑은 고딕"/>
                <a:ea typeface="맑은 고딕"/>
                <a:cs typeface="Segoe UI"/>
                <a:sym typeface="맑은 고딕"/>
                <a:rtl val="0"/>
              </a:rPr>
              <a:t>로</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난이도</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분포</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결정</a:t>
            </a:r>
          </a:p>
        </p:txBody>
      </p:sp>
      <p:sp>
        <p:nvSpPr>
          <p:cNvPr id="1146" name="TextBox 1145">
            <a:extLst>
              <a:ext uri="{FF2B5EF4-FFF2-40B4-BE49-F238E27FC236}">
                <a16:creationId xmlns:a16="http://schemas.microsoft.com/office/drawing/2014/main" id="{EE791E0E-89CE-9B8D-A28E-D66D219B86AD}"/>
              </a:ext>
            </a:extLst>
          </p:cNvPr>
          <p:cNvSpPr txBox="1"/>
          <p:nvPr/>
        </p:nvSpPr>
        <p:spPr>
          <a:xfrm>
            <a:off x="1699384" y="4419752"/>
            <a:ext cx="974076" cy="178243"/>
          </a:xfrm>
          <a:prstGeom prst="rect">
            <a:avLst/>
          </a:prstGeom>
          <a:noFill/>
        </p:spPr>
        <p:txBody>
          <a:bodyPr wrap="none" rtlCol="0">
            <a:spAutoFit/>
          </a:bodyPr>
          <a:lstStyle/>
          <a:p>
            <a:pPr algn="l"/>
            <a:r>
              <a:rPr lang="ko-KR" altLang="en-US" sz="900" spc="0" baseline="0" dirty="0">
                <a:ln/>
                <a:solidFill>
                  <a:srgbClr val="5B6B7B"/>
                </a:solidFill>
                <a:latin typeface="맑은 고딕"/>
                <a:ea typeface="맑은 고딕"/>
                <a:sym typeface="맑은 고딕"/>
                <a:rtl val="0"/>
              </a:rPr>
              <a:t>낮으면</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err="1">
                <a:ln/>
                <a:solidFill>
                  <a:srgbClr val="5B6B7B"/>
                </a:solidFill>
                <a:latin typeface="Segoe UI"/>
                <a:ea typeface="맑은 고딕"/>
                <a:cs typeface="Segoe UI"/>
                <a:sym typeface="Segoe UI"/>
                <a:rtl val="0"/>
              </a:rPr>
              <a:t>easy</a:t>
            </a:r>
            <a:r>
              <a:rPr lang="ko-KR" altLang="en-US" sz="900" spc="0" baseline="0" dirty="0">
                <a:ln/>
                <a:solidFill>
                  <a:srgbClr val="5B6B7B"/>
                </a:solidFill>
                <a:latin typeface="Segoe UI"/>
                <a:ea typeface="맑은 고딕"/>
                <a:cs typeface="Segoe UI"/>
                <a:sym typeface="Segoe UI"/>
                <a:rtl val="0"/>
              </a:rPr>
              <a:t>↑ · </a:t>
            </a:r>
            <a:r>
              <a:rPr lang="ko-KR" altLang="en-US" sz="900" spc="0" baseline="0" dirty="0">
                <a:ln/>
                <a:solidFill>
                  <a:srgbClr val="5B6B7B"/>
                </a:solidFill>
                <a:latin typeface="맑은 고딕"/>
                <a:ea typeface="맑은 고딕"/>
                <a:cs typeface="Segoe UI"/>
                <a:sym typeface="맑은 고딕"/>
                <a:rtl val="0"/>
              </a:rPr>
              <a:t>높으면</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err="1">
                <a:ln/>
                <a:solidFill>
                  <a:srgbClr val="5B6B7B"/>
                </a:solidFill>
                <a:latin typeface="Segoe UI"/>
                <a:ea typeface="맑은 고딕"/>
                <a:cs typeface="Segoe UI"/>
                <a:sym typeface="Segoe UI"/>
                <a:rtl val="0"/>
              </a:rPr>
              <a:t>hard</a:t>
            </a:r>
            <a:r>
              <a:rPr lang="ko-KR" altLang="en-US" sz="900" spc="0" baseline="0" dirty="0">
                <a:ln/>
                <a:solidFill>
                  <a:srgbClr val="5B6B7B"/>
                </a:solidFill>
                <a:latin typeface="Segoe UI"/>
                <a:ea typeface="맑은 고딕"/>
                <a:cs typeface="Segoe UI"/>
                <a:sym typeface="Segoe UI"/>
                <a:rtl val="0"/>
              </a:rPr>
              <a:t>↑</a:t>
            </a:r>
          </a:p>
        </p:txBody>
      </p:sp>
      <p:sp>
        <p:nvSpPr>
          <p:cNvPr id="1147" name="사각형: 둥근 모서리 1146">
            <a:extLst>
              <a:ext uri="{FF2B5EF4-FFF2-40B4-BE49-F238E27FC236}">
                <a16:creationId xmlns:a16="http://schemas.microsoft.com/office/drawing/2014/main" id="{4403010A-564B-99B6-51B2-CABB7D0E9C05}"/>
              </a:ext>
            </a:extLst>
          </p:cNvPr>
          <p:cNvSpPr/>
          <p:nvPr/>
        </p:nvSpPr>
        <p:spPr>
          <a:xfrm>
            <a:off x="355002" y="2808699"/>
            <a:ext cx="1788117" cy="723708"/>
          </a:xfrm>
          <a:prstGeom prst="roundRect">
            <a:avLst>
              <a:gd name="adj" fmla="val 11538"/>
            </a:avLst>
          </a:prstGeom>
          <a:solidFill>
            <a:srgbClr val="FBFEFE"/>
          </a:solidFill>
          <a:ln w="10789" cap="flat">
            <a:solidFill>
              <a:srgbClr val="0E8F8F"/>
            </a:solidFill>
            <a:prstDash val="solid"/>
            <a:miter/>
          </a:ln>
        </p:spPr>
        <p:txBody>
          <a:bodyPr/>
          <a:lstStyle/>
          <a:p>
            <a:endParaRPr lang="ko-KR" altLang="en-US"/>
          </a:p>
        </p:txBody>
      </p:sp>
      <p:sp>
        <p:nvSpPr>
          <p:cNvPr id="1148" name="타원 1147">
            <a:extLst>
              <a:ext uri="{FF2B5EF4-FFF2-40B4-BE49-F238E27FC236}">
                <a16:creationId xmlns:a16="http://schemas.microsoft.com/office/drawing/2014/main" id="{7A2A3DA1-88D3-001E-0F9A-8020BC271A9A}"/>
              </a:ext>
            </a:extLst>
          </p:cNvPr>
          <p:cNvSpPr/>
          <p:nvPr/>
        </p:nvSpPr>
        <p:spPr>
          <a:xfrm>
            <a:off x="642433" y="2878909"/>
            <a:ext cx="183627" cy="183627"/>
          </a:xfrm>
          <a:prstGeom prst="ellipse">
            <a:avLst/>
          </a:prstGeom>
          <a:solidFill>
            <a:srgbClr val="0E8F8F"/>
          </a:solidFill>
          <a:ln w="5395" cap="flat">
            <a:noFill/>
            <a:prstDash val="solid"/>
            <a:miter/>
          </a:ln>
        </p:spPr>
        <p:txBody>
          <a:bodyPr/>
          <a:lstStyle/>
          <a:p>
            <a:endParaRPr lang="ko-KR" altLang="en-US"/>
          </a:p>
        </p:txBody>
      </p:sp>
      <p:sp>
        <p:nvSpPr>
          <p:cNvPr id="1149" name="TextBox 1148">
            <a:extLst>
              <a:ext uri="{FF2B5EF4-FFF2-40B4-BE49-F238E27FC236}">
                <a16:creationId xmlns:a16="http://schemas.microsoft.com/office/drawing/2014/main" id="{5A3F2CB4-B4BD-F3E7-75D8-A41E6AEE8918}"/>
              </a:ext>
            </a:extLst>
          </p:cNvPr>
          <p:cNvSpPr txBox="1"/>
          <p:nvPr/>
        </p:nvSpPr>
        <p:spPr>
          <a:xfrm>
            <a:off x="617954" y="2864159"/>
            <a:ext cx="232584" cy="206375"/>
          </a:xfrm>
          <a:prstGeom prst="rect">
            <a:avLst/>
          </a:prstGeom>
          <a:noFill/>
        </p:spPr>
        <p:txBody>
          <a:bodyPr wrap="none" rtlCol="0">
            <a:spAutoFit/>
          </a:bodyPr>
          <a:lstStyle/>
          <a:p>
            <a:pPr algn="l"/>
            <a:r>
              <a:rPr lang="ko-KR" altLang="en-US" sz="1200" b="1" spc="0" baseline="0">
                <a:ln/>
                <a:solidFill>
                  <a:srgbClr val="FFFFFF"/>
                </a:solidFill>
                <a:latin typeface="Segoe UI"/>
                <a:cs typeface="Segoe UI"/>
                <a:sym typeface="Segoe UI"/>
                <a:rtl val="0"/>
              </a:rPr>
              <a:t>4</a:t>
            </a:r>
          </a:p>
        </p:txBody>
      </p:sp>
      <p:sp>
        <p:nvSpPr>
          <p:cNvPr id="1150" name="TextBox 1149">
            <a:extLst>
              <a:ext uri="{FF2B5EF4-FFF2-40B4-BE49-F238E27FC236}">
                <a16:creationId xmlns:a16="http://schemas.microsoft.com/office/drawing/2014/main" id="{A1C24900-7CE9-0199-1D8B-6DB68EA3776A}"/>
              </a:ext>
            </a:extLst>
          </p:cNvPr>
          <p:cNvSpPr txBox="1"/>
          <p:nvPr/>
        </p:nvSpPr>
        <p:spPr>
          <a:xfrm>
            <a:off x="794029" y="2857480"/>
            <a:ext cx="575464" cy="214411"/>
          </a:xfrm>
          <a:prstGeom prst="rect">
            <a:avLst/>
          </a:prstGeom>
          <a:noFill/>
        </p:spPr>
        <p:txBody>
          <a:bodyPr wrap="none" rtlCol="0">
            <a:spAutoFit/>
          </a:bodyPr>
          <a:lstStyle/>
          <a:p>
            <a:pPr algn="l"/>
            <a:r>
              <a:rPr lang="ko-KR" altLang="en-US" sz="1275" b="1" spc="0" baseline="0" dirty="0">
                <a:ln/>
                <a:solidFill>
                  <a:srgbClr val="12243B"/>
                </a:solidFill>
                <a:latin typeface="맑은 고딕"/>
                <a:ea typeface="맑은 고딕"/>
                <a:sym typeface="맑은 고딕"/>
                <a:rtl val="0"/>
              </a:rPr>
              <a:t>문제</a:t>
            </a:r>
            <a:r>
              <a:rPr lang="ko-KR" altLang="en-US" sz="1275" b="1" spc="0" baseline="0" dirty="0">
                <a:ln/>
                <a:solidFill>
                  <a:srgbClr val="12243B"/>
                </a:solidFill>
                <a:latin typeface="Segoe UI"/>
                <a:ea typeface="맑은 고딕"/>
                <a:cs typeface="Segoe UI"/>
                <a:sym typeface="Segoe UI"/>
                <a:rtl val="0"/>
              </a:rPr>
              <a:t> </a:t>
            </a:r>
            <a:r>
              <a:rPr lang="ko-KR" altLang="en-US" sz="1275" b="1" spc="0" baseline="0" dirty="0">
                <a:ln/>
                <a:solidFill>
                  <a:srgbClr val="12243B"/>
                </a:solidFill>
                <a:latin typeface="맑은 고딕"/>
                <a:ea typeface="맑은 고딕"/>
                <a:cs typeface="Segoe UI"/>
                <a:sym typeface="맑은 고딕"/>
                <a:rtl val="0"/>
              </a:rPr>
              <a:t>생성</a:t>
            </a:r>
          </a:p>
        </p:txBody>
      </p:sp>
      <p:sp>
        <p:nvSpPr>
          <p:cNvPr id="1151" name="TextBox 1150">
            <a:extLst>
              <a:ext uri="{FF2B5EF4-FFF2-40B4-BE49-F238E27FC236}">
                <a16:creationId xmlns:a16="http://schemas.microsoft.com/office/drawing/2014/main" id="{04E05C6E-659A-E297-3530-9C5C51860F41}"/>
              </a:ext>
            </a:extLst>
          </p:cNvPr>
          <p:cNvSpPr txBox="1"/>
          <p:nvPr/>
        </p:nvSpPr>
        <p:spPr>
          <a:xfrm>
            <a:off x="366864" y="3081431"/>
            <a:ext cx="854330" cy="178243"/>
          </a:xfrm>
          <a:prstGeom prst="rect">
            <a:avLst/>
          </a:prstGeom>
          <a:noFill/>
        </p:spPr>
        <p:txBody>
          <a:bodyPr wrap="none" rtlCol="0">
            <a:spAutoFit/>
          </a:bodyPr>
          <a:lstStyle/>
          <a:p>
            <a:pPr algn="l"/>
            <a:r>
              <a:rPr lang="ko-KR" altLang="en-US" sz="900" spc="0" baseline="0" dirty="0">
                <a:ln/>
                <a:solidFill>
                  <a:srgbClr val="5B6B7B"/>
                </a:solidFill>
                <a:latin typeface="Segoe UI"/>
                <a:cs typeface="Segoe UI"/>
                <a:sym typeface="Segoe UI"/>
                <a:rtl val="0"/>
              </a:rPr>
              <a:t>AI </a:t>
            </a:r>
            <a:r>
              <a:rPr lang="ko-KR" altLang="en-US" sz="900" spc="0" baseline="0" dirty="0">
                <a:ln/>
                <a:solidFill>
                  <a:srgbClr val="5B6B7B"/>
                </a:solidFill>
                <a:latin typeface="맑은 고딕"/>
                <a:ea typeface="맑은 고딕"/>
                <a:cs typeface="Segoe UI"/>
                <a:sym typeface="맑은 고딕"/>
                <a:rtl val="0"/>
              </a:rPr>
              <a:t>생성</a:t>
            </a:r>
            <a:r>
              <a:rPr lang="ko-KR" altLang="en-US" sz="900" spc="0" baseline="0" dirty="0">
                <a:ln/>
                <a:solidFill>
                  <a:srgbClr val="5B6B7B"/>
                </a:solidFill>
                <a:latin typeface="Segoe UI"/>
                <a:ea typeface="맑은 고딕"/>
                <a:cs typeface="Segoe UI"/>
                <a:sym typeface="Segoe UI"/>
                <a:rtl val="0"/>
              </a:rPr>
              <a:t> → </a:t>
            </a:r>
            <a:r>
              <a:rPr lang="ko-KR" altLang="en-US" sz="900" spc="0" baseline="0" dirty="0">
                <a:ln/>
                <a:solidFill>
                  <a:srgbClr val="5B6B7B"/>
                </a:solidFill>
                <a:latin typeface="맑은 고딕"/>
                <a:ea typeface="맑은 고딕"/>
                <a:cs typeface="Segoe UI"/>
                <a:sym typeface="맑은 고딕"/>
                <a:rtl val="0"/>
              </a:rPr>
              <a:t>검증</a:t>
            </a:r>
            <a:r>
              <a:rPr lang="ko-KR" altLang="en-US" sz="900" spc="0" baseline="0" dirty="0">
                <a:ln/>
                <a:solidFill>
                  <a:srgbClr val="5B6B7B"/>
                </a:solidFill>
                <a:latin typeface="Segoe UI"/>
                <a:ea typeface="맑은 고딕"/>
                <a:cs typeface="Segoe UI"/>
                <a:sym typeface="Segoe UI"/>
                <a:rtl val="0"/>
              </a:rPr>
              <a:t> · </a:t>
            </a:r>
            <a:r>
              <a:rPr lang="ko-KR" altLang="en-US" sz="900" spc="0" baseline="0" dirty="0">
                <a:ln/>
                <a:solidFill>
                  <a:srgbClr val="5B6B7B"/>
                </a:solidFill>
                <a:latin typeface="맑은 고딕"/>
                <a:ea typeface="맑은 고딕"/>
                <a:cs typeface="Segoe UI"/>
                <a:sym typeface="맑은 고딕"/>
                <a:rtl val="0"/>
              </a:rPr>
              <a:t>정규화</a:t>
            </a:r>
          </a:p>
        </p:txBody>
      </p:sp>
      <p:sp>
        <p:nvSpPr>
          <p:cNvPr id="1152" name="TextBox 1151">
            <a:extLst>
              <a:ext uri="{FF2B5EF4-FFF2-40B4-BE49-F238E27FC236}">
                <a16:creationId xmlns:a16="http://schemas.microsoft.com/office/drawing/2014/main" id="{690DA8DE-34B2-9845-BB1E-2C4BEF536A94}"/>
              </a:ext>
            </a:extLst>
          </p:cNvPr>
          <p:cNvSpPr txBox="1"/>
          <p:nvPr/>
        </p:nvSpPr>
        <p:spPr>
          <a:xfrm>
            <a:off x="296912" y="3281260"/>
            <a:ext cx="1170087" cy="178243"/>
          </a:xfrm>
          <a:prstGeom prst="rect">
            <a:avLst/>
          </a:prstGeom>
          <a:noFill/>
        </p:spPr>
        <p:txBody>
          <a:bodyPr wrap="none" rtlCol="0">
            <a:spAutoFit/>
          </a:bodyPr>
          <a:lstStyle/>
          <a:p>
            <a:pPr algn="l"/>
            <a:r>
              <a:rPr lang="ko-KR" altLang="en-US" sz="900" spc="0" baseline="0" dirty="0">
                <a:ln/>
                <a:solidFill>
                  <a:srgbClr val="5B6B7B"/>
                </a:solidFill>
                <a:latin typeface="맑은 고딕"/>
                <a:ea typeface="맑은 고딕"/>
                <a:sym typeface="맑은 고딕"/>
                <a:rtl val="0"/>
              </a:rPr>
              <a:t>난이도</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재계산</a:t>
            </a:r>
            <a:r>
              <a:rPr lang="ko-KR" altLang="en-US" sz="900" spc="0" baseline="0" dirty="0">
                <a:ln/>
                <a:solidFill>
                  <a:srgbClr val="5B6B7B"/>
                </a:solidFill>
                <a:latin typeface="Segoe UI"/>
                <a:ea typeface="맑은 고딕"/>
                <a:cs typeface="Segoe UI"/>
                <a:sym typeface="Segoe UI"/>
                <a:rtl val="0"/>
              </a:rPr>
              <a:t> → </a:t>
            </a:r>
            <a:r>
              <a:rPr lang="ko-KR" altLang="en-US" sz="900" spc="0" baseline="0" dirty="0">
                <a:ln/>
                <a:solidFill>
                  <a:srgbClr val="5B6B7B"/>
                </a:solidFill>
                <a:latin typeface="맑은 고딕"/>
                <a:ea typeface="맑은 고딕"/>
                <a:cs typeface="Segoe UI"/>
                <a:sym typeface="맑은 고딕"/>
                <a:rtl val="0"/>
              </a:rPr>
              <a:t>키워드</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연결</a:t>
            </a:r>
            <a:r>
              <a:rPr lang="ko-KR" altLang="en-US" sz="900" spc="0" baseline="0" dirty="0">
                <a:ln/>
                <a:solidFill>
                  <a:srgbClr val="5B6B7B"/>
                </a:solidFill>
                <a:latin typeface="Segoe UI"/>
                <a:ea typeface="맑은 고딕"/>
                <a:cs typeface="Segoe UI"/>
                <a:sym typeface="Segoe UI"/>
                <a:rtl val="0"/>
              </a:rPr>
              <a:t> </a:t>
            </a:r>
            <a:r>
              <a:rPr lang="ko-KR" altLang="en-US" sz="900" spc="0" baseline="0" dirty="0">
                <a:ln/>
                <a:solidFill>
                  <a:srgbClr val="5B6B7B"/>
                </a:solidFill>
                <a:latin typeface="맑은 고딕"/>
                <a:ea typeface="맑은 고딕"/>
                <a:cs typeface="Segoe UI"/>
                <a:sym typeface="맑은 고딕"/>
                <a:rtl val="0"/>
              </a:rPr>
              <a:t>저장</a:t>
            </a:r>
          </a:p>
        </p:txBody>
      </p:sp>
      <p:cxnSp>
        <p:nvCxnSpPr>
          <p:cNvPr id="1154" name="직선 화살표 연결선 1153">
            <a:extLst>
              <a:ext uri="{FF2B5EF4-FFF2-40B4-BE49-F238E27FC236}">
                <a16:creationId xmlns:a16="http://schemas.microsoft.com/office/drawing/2014/main" id="{3E872F07-CC95-FCB7-B5FC-4DBFABBD680C}"/>
              </a:ext>
            </a:extLst>
          </p:cNvPr>
          <p:cNvCxnSpPr>
            <a:cxnSpLocks/>
            <a:endCxn id="1024" idx="1"/>
          </p:cNvCxnSpPr>
          <p:nvPr/>
        </p:nvCxnSpPr>
        <p:spPr>
          <a:xfrm flipV="1">
            <a:off x="5318889" y="1622696"/>
            <a:ext cx="727352" cy="1173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5" name="직선 화살표 연결선 1154">
            <a:extLst>
              <a:ext uri="{FF2B5EF4-FFF2-40B4-BE49-F238E27FC236}">
                <a16:creationId xmlns:a16="http://schemas.microsoft.com/office/drawing/2014/main" id="{0CC63BD7-D127-EB66-2E20-FF6B740A3046}"/>
              </a:ext>
            </a:extLst>
          </p:cNvPr>
          <p:cNvCxnSpPr>
            <a:cxnSpLocks/>
          </p:cNvCxnSpPr>
          <p:nvPr/>
        </p:nvCxnSpPr>
        <p:spPr>
          <a:xfrm>
            <a:off x="5318889" y="2795838"/>
            <a:ext cx="723034" cy="770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92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4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4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5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5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1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p:bldP spid="1024" grpId="0" animBg="1"/>
      <p:bldP spid="1025" grpId="0"/>
      <p:bldP spid="1027" grpId="0" animBg="1"/>
      <p:bldP spid="1029" grpId="0"/>
      <p:bldP spid="1031" grpId="0"/>
      <p:bldP spid="1033" grpId="0"/>
      <p:bldP spid="1034" grpId="0" animBg="1"/>
      <p:bldP spid="1035" grpId="0"/>
      <p:bldP spid="1036" grpId="0"/>
      <p:bldP spid="1037" grpId="0"/>
      <p:bldP spid="1038" grpId="0"/>
      <p:bldP spid="1039" grpId="0" animBg="1"/>
      <p:bldP spid="1040" grpId="0"/>
      <p:bldP spid="1041" grpId="0" animBg="1"/>
      <p:bldP spid="1042" grpId="0"/>
      <p:bldP spid="1043" grpId="0"/>
      <p:bldP spid="1044" grpId="0"/>
      <p:bldP spid="1045" grpId="0" animBg="1"/>
      <p:bldP spid="1046" grpId="0"/>
      <p:bldP spid="1047" grpId="0"/>
      <p:bldP spid="1048" grpId="0"/>
      <p:bldP spid="1049" grpId="0"/>
      <p:bldP spid="111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4</a:t>
            </a:r>
            <a:endParaRPr lang="en-US" sz="2400" dirty="0"/>
          </a:p>
        </p:txBody>
      </p:sp>
      <p:sp>
        <p:nvSpPr>
          <p:cNvPr id="4" name="Text 2"/>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700" b="1" dirty="0">
                <a:solidFill>
                  <a:srgbClr val="1E2A38"/>
                </a:solidFill>
                <a:latin typeface="Trebuchet MS" pitchFamily="34" charset="0"/>
                <a:ea typeface="Trebuchet MS" pitchFamily="34" charset="-122"/>
                <a:cs typeface="Trebuchet MS" pitchFamily="34" charset="-120"/>
              </a:rPr>
              <a:t>주요 </a:t>
            </a:r>
            <a:r>
              <a:rPr lang="en-US" sz="2700" b="1" dirty="0" err="1">
                <a:solidFill>
                  <a:srgbClr val="1E2A38"/>
                </a:solidFill>
                <a:latin typeface="Trebuchet MS" pitchFamily="34" charset="0"/>
                <a:ea typeface="Trebuchet MS" pitchFamily="34" charset="-122"/>
                <a:cs typeface="Trebuchet MS" pitchFamily="34" charset="-120"/>
              </a:rPr>
              <a:t>기능</a:t>
            </a:r>
            <a:r>
              <a:rPr lang="en-US" sz="2700" b="1" dirty="0">
                <a:solidFill>
                  <a:srgbClr val="1E2A38"/>
                </a:solidFill>
                <a:latin typeface="Trebuchet MS" pitchFamily="34" charset="0"/>
                <a:ea typeface="Trebuchet MS" pitchFamily="34" charset="-122"/>
                <a:cs typeface="Trebuchet MS" pitchFamily="34" charset="-120"/>
              </a:rPr>
              <a:t> </a:t>
            </a:r>
            <a:endParaRPr lang="en-US" sz="2700" dirty="0"/>
          </a:p>
        </p:txBody>
      </p:sp>
      <p:sp>
        <p:nvSpPr>
          <p:cNvPr id="5" name="Text 3"/>
          <p:cNvSpPr/>
          <p:nvPr/>
        </p:nvSpPr>
        <p:spPr>
          <a:xfrm>
            <a:off x="548640" y="1280160"/>
            <a:ext cx="365760" cy="411480"/>
          </a:xfrm>
          <a:prstGeom prst="rect">
            <a:avLst/>
          </a:prstGeom>
          <a:noFill/>
          <a:ln/>
        </p:spPr>
        <p:txBody>
          <a:bodyPr wrap="square" lIns="0" tIns="0" rIns="0" bIns="0" rtlCol="0" anchor="ctr"/>
          <a:lstStyle/>
          <a:p>
            <a:pPr marL="0" indent="0">
              <a:buNone/>
            </a:pPr>
            <a:r>
              <a:rPr lang="en-US" sz="1600" b="1" dirty="0">
                <a:solidFill>
                  <a:srgbClr val="5B6B7B"/>
                </a:solidFill>
                <a:latin typeface="Trebuchet MS" pitchFamily="34" charset="0"/>
                <a:ea typeface="Trebuchet MS" pitchFamily="34" charset="-122"/>
                <a:cs typeface="Trebuchet MS" pitchFamily="34" charset="-120"/>
              </a:rPr>
              <a:t>1</a:t>
            </a:r>
            <a:endParaRPr lang="en-US" sz="1600" dirty="0"/>
          </a:p>
        </p:txBody>
      </p:sp>
      <p:sp>
        <p:nvSpPr>
          <p:cNvPr id="6" name="Text 4"/>
          <p:cNvSpPr/>
          <p:nvPr/>
        </p:nvSpPr>
        <p:spPr>
          <a:xfrm>
            <a:off x="960120" y="1280160"/>
            <a:ext cx="3977640" cy="411480"/>
          </a:xfrm>
          <a:prstGeom prst="rect">
            <a:avLst/>
          </a:prstGeom>
          <a:noFill/>
          <a:ln/>
        </p:spPr>
        <p:txBody>
          <a:bodyPr wrap="square" lIns="0" tIns="0" rIns="0" bIns="0" rtlCol="0" anchor="ctr"/>
          <a:lstStyle/>
          <a:p>
            <a:pPr marL="0" indent="0">
              <a:buNone/>
            </a:pPr>
            <a:r>
              <a:rPr lang="en-US" sz="1350" dirty="0">
                <a:solidFill>
                  <a:srgbClr val="1E2A38"/>
                </a:solidFill>
                <a:latin typeface="Calibri" pitchFamily="34" charset="0"/>
                <a:ea typeface="Calibri" pitchFamily="34" charset="-122"/>
                <a:cs typeface="Calibri" pitchFamily="34" charset="-120"/>
              </a:rPr>
              <a:t>로그인</a:t>
            </a:r>
            <a:endParaRPr lang="en-US" sz="1350" dirty="0"/>
          </a:p>
        </p:txBody>
      </p:sp>
      <p:sp>
        <p:nvSpPr>
          <p:cNvPr id="7" name="Text 5"/>
          <p:cNvSpPr/>
          <p:nvPr/>
        </p:nvSpPr>
        <p:spPr>
          <a:xfrm>
            <a:off x="4937760" y="1280160"/>
            <a:ext cx="2743200" cy="411480"/>
          </a:xfrm>
          <a:prstGeom prst="rect">
            <a:avLst/>
          </a:prstGeom>
          <a:noFill/>
          <a:ln/>
        </p:spPr>
        <p:txBody>
          <a:bodyPr wrap="square" lIns="0" tIns="0" rIns="0" bIns="0" rtlCol="0" anchor="ctr"/>
          <a:lstStyle/>
          <a:p>
            <a:pPr marL="0" indent="0" algn="l">
              <a:buNone/>
            </a:pPr>
            <a:r>
              <a:rPr lang="en-US" sz="1100" dirty="0">
                <a:solidFill>
                  <a:srgbClr val="5B6B7B"/>
                </a:solidFill>
                <a:latin typeface="Calibri" pitchFamily="34" charset="0"/>
                <a:ea typeface="Calibri" pitchFamily="34" charset="-122"/>
                <a:cs typeface="Calibri" pitchFamily="34" charset="-120"/>
              </a:rPr>
              <a:t>Google OAuth (Auth)</a:t>
            </a:r>
            <a:endParaRPr lang="en-US" sz="1100" dirty="0"/>
          </a:p>
        </p:txBody>
      </p:sp>
      <p:sp>
        <p:nvSpPr>
          <p:cNvPr id="8" name="Text 6"/>
          <p:cNvSpPr/>
          <p:nvPr/>
        </p:nvSpPr>
        <p:spPr>
          <a:xfrm>
            <a:off x="548640" y="1755648"/>
            <a:ext cx="365760" cy="411480"/>
          </a:xfrm>
          <a:prstGeom prst="rect">
            <a:avLst/>
          </a:prstGeom>
          <a:noFill/>
          <a:ln/>
        </p:spPr>
        <p:txBody>
          <a:bodyPr wrap="square" lIns="0" tIns="0" rIns="0" bIns="0" rtlCol="0" anchor="ctr"/>
          <a:lstStyle/>
          <a:p>
            <a:pPr marL="0" indent="0">
              <a:buNone/>
            </a:pPr>
            <a:r>
              <a:rPr lang="en-US" sz="1600" b="1" dirty="0">
                <a:solidFill>
                  <a:srgbClr val="5B6B7B"/>
                </a:solidFill>
                <a:latin typeface="Trebuchet MS" pitchFamily="34" charset="0"/>
                <a:ea typeface="Trebuchet MS" pitchFamily="34" charset="-122"/>
                <a:cs typeface="Trebuchet MS" pitchFamily="34" charset="-120"/>
              </a:rPr>
              <a:t>2</a:t>
            </a:r>
            <a:endParaRPr lang="en-US" sz="1600" dirty="0"/>
          </a:p>
        </p:txBody>
      </p:sp>
      <p:sp>
        <p:nvSpPr>
          <p:cNvPr id="9" name="Text 7"/>
          <p:cNvSpPr/>
          <p:nvPr/>
        </p:nvSpPr>
        <p:spPr>
          <a:xfrm>
            <a:off x="960120" y="1755648"/>
            <a:ext cx="3977640" cy="411480"/>
          </a:xfrm>
          <a:prstGeom prst="rect">
            <a:avLst/>
          </a:prstGeom>
          <a:noFill/>
          <a:ln/>
        </p:spPr>
        <p:txBody>
          <a:bodyPr wrap="square" lIns="0" tIns="0" rIns="0" bIns="0" rtlCol="0" anchor="ctr"/>
          <a:lstStyle/>
          <a:p>
            <a:pPr marL="0" indent="0">
              <a:buNone/>
            </a:pPr>
            <a:r>
              <a:rPr lang="en-US" sz="1350" dirty="0">
                <a:solidFill>
                  <a:srgbClr val="1E2A38"/>
                </a:solidFill>
                <a:latin typeface="Calibri" pitchFamily="34" charset="0"/>
                <a:ea typeface="Calibri" pitchFamily="34" charset="-122"/>
                <a:cs typeface="Calibri" pitchFamily="34" charset="-120"/>
              </a:rPr>
              <a:t>과목 생성 · 목록</a:t>
            </a:r>
            <a:endParaRPr lang="en-US" sz="1350" dirty="0"/>
          </a:p>
        </p:txBody>
      </p:sp>
      <p:sp>
        <p:nvSpPr>
          <p:cNvPr id="10" name="Text 8"/>
          <p:cNvSpPr/>
          <p:nvPr/>
        </p:nvSpPr>
        <p:spPr>
          <a:xfrm>
            <a:off x="4937760" y="1755648"/>
            <a:ext cx="2743200" cy="411480"/>
          </a:xfrm>
          <a:prstGeom prst="rect">
            <a:avLst/>
          </a:prstGeom>
          <a:noFill/>
          <a:ln/>
        </p:spPr>
        <p:txBody>
          <a:bodyPr wrap="square" lIns="0" tIns="0" rIns="0" bIns="0" rtlCol="0" anchor="ctr"/>
          <a:lstStyle/>
          <a:p>
            <a:pPr marL="0" indent="0" algn="l">
              <a:buNone/>
            </a:pPr>
            <a:r>
              <a:rPr lang="en-US" sz="1100" dirty="0">
                <a:solidFill>
                  <a:srgbClr val="5B6B7B"/>
                </a:solidFill>
                <a:latin typeface="Calibri" pitchFamily="34" charset="0"/>
                <a:ea typeface="Calibri" pitchFamily="34" charset="-122"/>
                <a:cs typeface="Calibri" pitchFamily="34" charset="-120"/>
              </a:rPr>
              <a:t>Subject</a:t>
            </a:r>
            <a:endParaRPr lang="en-US" sz="1100" dirty="0"/>
          </a:p>
        </p:txBody>
      </p:sp>
      <p:sp>
        <p:nvSpPr>
          <p:cNvPr id="11" name="Text 9"/>
          <p:cNvSpPr/>
          <p:nvPr/>
        </p:nvSpPr>
        <p:spPr>
          <a:xfrm>
            <a:off x="548640" y="2231136"/>
            <a:ext cx="365760" cy="411480"/>
          </a:xfrm>
          <a:prstGeom prst="rect">
            <a:avLst/>
          </a:prstGeom>
          <a:noFill/>
          <a:ln/>
        </p:spPr>
        <p:txBody>
          <a:bodyPr wrap="square" lIns="0" tIns="0" rIns="0" bIns="0" rtlCol="0" anchor="ctr"/>
          <a:lstStyle/>
          <a:p>
            <a:pPr marL="0" indent="0">
              <a:buNone/>
            </a:pPr>
            <a:r>
              <a:rPr lang="en-US" sz="1600" b="1" dirty="0">
                <a:solidFill>
                  <a:srgbClr val="5B6B7B"/>
                </a:solidFill>
                <a:latin typeface="Trebuchet MS" pitchFamily="34" charset="0"/>
                <a:ea typeface="Trebuchet MS" pitchFamily="34" charset="-122"/>
                <a:cs typeface="Trebuchet MS" pitchFamily="34" charset="-120"/>
              </a:rPr>
              <a:t>3</a:t>
            </a:r>
            <a:endParaRPr lang="en-US" sz="1600" dirty="0"/>
          </a:p>
        </p:txBody>
      </p:sp>
      <p:sp>
        <p:nvSpPr>
          <p:cNvPr id="12" name="Text 10"/>
          <p:cNvSpPr/>
          <p:nvPr/>
        </p:nvSpPr>
        <p:spPr>
          <a:xfrm>
            <a:off x="960120" y="2231136"/>
            <a:ext cx="3977640" cy="411480"/>
          </a:xfrm>
          <a:prstGeom prst="rect">
            <a:avLst/>
          </a:prstGeom>
          <a:noFill/>
          <a:ln/>
        </p:spPr>
        <p:txBody>
          <a:bodyPr wrap="square" lIns="0" tIns="0" rIns="0" bIns="0" rtlCol="0" anchor="ctr"/>
          <a:lstStyle/>
          <a:p>
            <a:pPr marL="0" indent="0">
              <a:buNone/>
            </a:pPr>
            <a:r>
              <a:rPr lang="en-US" sz="1350" dirty="0">
                <a:solidFill>
                  <a:srgbClr val="1E2A38"/>
                </a:solidFill>
                <a:latin typeface="Calibri" pitchFamily="34" charset="0"/>
                <a:ea typeface="Calibri" pitchFamily="34" charset="-122"/>
                <a:cs typeface="Calibri" pitchFamily="34" charset="-120"/>
              </a:rPr>
              <a:t>PDF 업로드 → 요약·키워드</a:t>
            </a:r>
            <a:endParaRPr lang="en-US" sz="1350" dirty="0"/>
          </a:p>
        </p:txBody>
      </p:sp>
      <p:sp>
        <p:nvSpPr>
          <p:cNvPr id="13" name="Text 11"/>
          <p:cNvSpPr/>
          <p:nvPr/>
        </p:nvSpPr>
        <p:spPr>
          <a:xfrm>
            <a:off x="4937760" y="2231136"/>
            <a:ext cx="2743200" cy="411480"/>
          </a:xfrm>
          <a:prstGeom prst="rect">
            <a:avLst/>
          </a:prstGeom>
          <a:noFill/>
          <a:ln/>
        </p:spPr>
        <p:txBody>
          <a:bodyPr wrap="square" lIns="0" tIns="0" rIns="0" bIns="0" rtlCol="0" anchor="ctr"/>
          <a:lstStyle/>
          <a:p>
            <a:pPr marL="0" indent="0" algn="l">
              <a:buNone/>
            </a:pPr>
            <a:r>
              <a:rPr lang="en-US" sz="1100" dirty="0">
                <a:solidFill>
                  <a:srgbClr val="5B6B7B"/>
                </a:solidFill>
                <a:latin typeface="Calibri" pitchFamily="34" charset="0"/>
                <a:ea typeface="Calibri" pitchFamily="34" charset="-122"/>
                <a:cs typeface="Calibri" pitchFamily="34" charset="-120"/>
              </a:rPr>
              <a:t>Document · Keyword · Summary</a:t>
            </a:r>
            <a:endParaRPr lang="en-US" sz="1100" dirty="0"/>
          </a:p>
        </p:txBody>
      </p:sp>
      <p:sp>
        <p:nvSpPr>
          <p:cNvPr id="14" name="Text 12"/>
          <p:cNvSpPr/>
          <p:nvPr/>
        </p:nvSpPr>
        <p:spPr>
          <a:xfrm>
            <a:off x="548640" y="2706624"/>
            <a:ext cx="365760" cy="411480"/>
          </a:xfrm>
          <a:prstGeom prst="rect">
            <a:avLst/>
          </a:prstGeom>
          <a:noFill/>
          <a:ln/>
        </p:spPr>
        <p:txBody>
          <a:bodyPr wrap="square" lIns="0" tIns="0" rIns="0" bIns="0" rtlCol="0" anchor="ctr"/>
          <a:lstStyle/>
          <a:p>
            <a:pPr marL="0" indent="0">
              <a:buNone/>
            </a:pPr>
            <a:r>
              <a:rPr lang="en-US" sz="1600" b="1" dirty="0">
                <a:solidFill>
                  <a:srgbClr val="5B6B7B"/>
                </a:solidFill>
                <a:latin typeface="Trebuchet MS" pitchFamily="34" charset="0"/>
                <a:ea typeface="Trebuchet MS" pitchFamily="34" charset="-122"/>
                <a:cs typeface="Trebuchet MS" pitchFamily="34" charset="-120"/>
              </a:rPr>
              <a:t>4</a:t>
            </a:r>
            <a:endParaRPr lang="en-US" sz="1600" dirty="0"/>
          </a:p>
        </p:txBody>
      </p:sp>
      <p:sp>
        <p:nvSpPr>
          <p:cNvPr id="15" name="Text 13"/>
          <p:cNvSpPr/>
          <p:nvPr/>
        </p:nvSpPr>
        <p:spPr>
          <a:xfrm>
            <a:off x="960120" y="2706624"/>
            <a:ext cx="3977640" cy="411480"/>
          </a:xfrm>
          <a:prstGeom prst="rect">
            <a:avLst/>
          </a:prstGeom>
          <a:noFill/>
          <a:ln/>
        </p:spPr>
        <p:txBody>
          <a:bodyPr wrap="square" lIns="0" tIns="0" rIns="0" bIns="0" rtlCol="0" anchor="ctr"/>
          <a:lstStyle/>
          <a:p>
            <a:pPr marL="0" indent="0">
              <a:buNone/>
            </a:pPr>
            <a:r>
              <a:rPr lang="en-US" sz="1350" dirty="0">
                <a:solidFill>
                  <a:srgbClr val="1E2A38"/>
                </a:solidFill>
                <a:latin typeface="Calibri" pitchFamily="34" charset="0"/>
                <a:ea typeface="Calibri" pitchFamily="34" charset="-122"/>
                <a:cs typeface="Calibri" pitchFamily="34" charset="-120"/>
              </a:rPr>
              <a:t>퀴즈 풀기 → </a:t>
            </a:r>
            <a:r>
              <a:rPr lang="en-US" sz="1350" dirty="0" err="1">
                <a:solidFill>
                  <a:srgbClr val="1E2A38"/>
                </a:solidFill>
                <a:latin typeface="Calibri" pitchFamily="34" charset="0"/>
                <a:ea typeface="Calibri" pitchFamily="34" charset="-122"/>
                <a:cs typeface="Calibri" pitchFamily="34" charset="-120"/>
              </a:rPr>
              <a:t>정답·해설</a:t>
            </a:r>
            <a:endParaRPr lang="en-US" sz="1350" dirty="0"/>
          </a:p>
        </p:txBody>
      </p:sp>
      <p:sp>
        <p:nvSpPr>
          <p:cNvPr id="16" name="Text 14"/>
          <p:cNvSpPr/>
          <p:nvPr/>
        </p:nvSpPr>
        <p:spPr>
          <a:xfrm>
            <a:off x="4937760" y="2706624"/>
            <a:ext cx="2743200" cy="411480"/>
          </a:xfrm>
          <a:prstGeom prst="rect">
            <a:avLst/>
          </a:prstGeom>
          <a:noFill/>
          <a:ln/>
        </p:spPr>
        <p:txBody>
          <a:bodyPr wrap="square" lIns="0" tIns="0" rIns="0" bIns="0" rtlCol="0" anchor="ctr"/>
          <a:lstStyle/>
          <a:p>
            <a:pPr marL="0" indent="0" algn="l">
              <a:buNone/>
            </a:pPr>
            <a:r>
              <a:rPr lang="en-US" sz="1100" dirty="0">
                <a:solidFill>
                  <a:srgbClr val="5B6B7B"/>
                </a:solidFill>
                <a:latin typeface="Calibri" pitchFamily="34" charset="0"/>
                <a:ea typeface="Calibri" pitchFamily="34" charset="-122"/>
                <a:cs typeface="Calibri" pitchFamily="34" charset="-120"/>
              </a:rPr>
              <a:t>Quiz · QuizAttempt</a:t>
            </a:r>
            <a:endParaRPr lang="en-US" sz="1100" dirty="0"/>
          </a:p>
        </p:txBody>
      </p:sp>
      <p:sp>
        <p:nvSpPr>
          <p:cNvPr id="17" name="Text 15"/>
          <p:cNvSpPr/>
          <p:nvPr/>
        </p:nvSpPr>
        <p:spPr>
          <a:xfrm>
            <a:off x="541976" y="3657600"/>
            <a:ext cx="365760" cy="411480"/>
          </a:xfrm>
          <a:prstGeom prst="rect">
            <a:avLst/>
          </a:prstGeom>
          <a:noFill/>
          <a:ln/>
        </p:spPr>
        <p:txBody>
          <a:bodyPr wrap="square" lIns="0" tIns="0" rIns="0" bIns="0" rtlCol="0" anchor="ctr"/>
          <a:lstStyle/>
          <a:p>
            <a:pPr marL="0" indent="0">
              <a:buNone/>
            </a:pPr>
            <a:r>
              <a:rPr lang="en-US" sz="1600" b="1" dirty="0">
                <a:solidFill>
                  <a:srgbClr val="5B6B7B"/>
                </a:solidFill>
                <a:latin typeface="Trebuchet MS" pitchFamily="34" charset="0"/>
              </a:rPr>
              <a:t>6</a:t>
            </a:r>
            <a:endParaRPr lang="en-US" sz="1600" dirty="0"/>
          </a:p>
        </p:txBody>
      </p:sp>
      <p:sp>
        <p:nvSpPr>
          <p:cNvPr id="18" name="Text 16"/>
          <p:cNvSpPr/>
          <p:nvPr/>
        </p:nvSpPr>
        <p:spPr>
          <a:xfrm>
            <a:off x="914400" y="3657600"/>
            <a:ext cx="3977640" cy="411480"/>
          </a:xfrm>
          <a:prstGeom prst="rect">
            <a:avLst/>
          </a:prstGeom>
          <a:noFill/>
          <a:ln/>
        </p:spPr>
        <p:txBody>
          <a:bodyPr wrap="square" lIns="0" tIns="0" rIns="0" bIns="0" rtlCol="0" anchor="ctr"/>
          <a:lstStyle/>
          <a:p>
            <a:pPr marL="0" indent="0">
              <a:buNone/>
            </a:pPr>
            <a:r>
              <a:rPr lang="en-US" sz="1350" dirty="0">
                <a:solidFill>
                  <a:srgbClr val="1E2A38"/>
                </a:solidFill>
                <a:latin typeface="Calibri" pitchFamily="34" charset="0"/>
                <a:ea typeface="Calibri" pitchFamily="34" charset="-122"/>
                <a:cs typeface="Calibri" pitchFamily="34" charset="-120"/>
              </a:rPr>
              <a:t>모의고사: 취약 키워드 반영 출제</a:t>
            </a:r>
            <a:endParaRPr lang="en-US" sz="1350" dirty="0"/>
          </a:p>
        </p:txBody>
      </p:sp>
      <p:sp>
        <p:nvSpPr>
          <p:cNvPr id="19" name="Text 17"/>
          <p:cNvSpPr/>
          <p:nvPr/>
        </p:nvSpPr>
        <p:spPr>
          <a:xfrm>
            <a:off x="4892040" y="3657600"/>
            <a:ext cx="2743200" cy="411480"/>
          </a:xfrm>
          <a:prstGeom prst="rect">
            <a:avLst/>
          </a:prstGeom>
          <a:noFill/>
          <a:ln/>
        </p:spPr>
        <p:txBody>
          <a:bodyPr wrap="square" lIns="0" tIns="0" rIns="0" bIns="0" rtlCol="0" anchor="ctr"/>
          <a:lstStyle/>
          <a:p>
            <a:pPr marL="0" indent="0" algn="l">
              <a:buNone/>
            </a:pPr>
            <a:r>
              <a:rPr lang="en-US" sz="1100" dirty="0">
                <a:solidFill>
                  <a:srgbClr val="5B6B7B"/>
                </a:solidFill>
                <a:latin typeface="Calibri" pitchFamily="34" charset="0"/>
                <a:ea typeface="Calibri" pitchFamily="34" charset="-122"/>
                <a:cs typeface="Calibri" pitchFamily="34" charset="-120"/>
              </a:rPr>
              <a:t>MockExam · Mastery</a:t>
            </a:r>
            <a:endParaRPr lang="en-US" sz="1100" dirty="0"/>
          </a:p>
        </p:txBody>
      </p:sp>
      <p:sp>
        <p:nvSpPr>
          <p:cNvPr id="20" name="Text 18"/>
          <p:cNvSpPr/>
          <p:nvPr/>
        </p:nvSpPr>
        <p:spPr>
          <a:xfrm>
            <a:off x="548640" y="3118104"/>
            <a:ext cx="365760" cy="411480"/>
          </a:xfrm>
          <a:prstGeom prst="rect">
            <a:avLst/>
          </a:prstGeom>
          <a:noFill/>
          <a:ln/>
        </p:spPr>
        <p:txBody>
          <a:bodyPr wrap="square" lIns="0" tIns="0" rIns="0" bIns="0" rtlCol="0" anchor="ctr"/>
          <a:lstStyle/>
          <a:p>
            <a:pPr marL="0" indent="0">
              <a:buNone/>
            </a:pPr>
            <a:r>
              <a:rPr lang="en-US" sz="1600" b="1" dirty="0">
                <a:solidFill>
                  <a:srgbClr val="0E8F8F"/>
                </a:solidFill>
                <a:latin typeface="Trebuchet MS" pitchFamily="34" charset="0"/>
              </a:rPr>
              <a:t>5</a:t>
            </a:r>
            <a:endParaRPr lang="en-US" sz="1600" dirty="0"/>
          </a:p>
        </p:txBody>
      </p:sp>
      <p:sp>
        <p:nvSpPr>
          <p:cNvPr id="23" name="Shape 21"/>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sp>
        <p:nvSpPr>
          <p:cNvPr id="24" name="Text 19"/>
          <p:cNvSpPr/>
          <p:nvPr/>
        </p:nvSpPr>
        <p:spPr>
          <a:xfrm>
            <a:off x="960120" y="3175707"/>
            <a:ext cx="3977640" cy="411480"/>
          </a:xfrm>
          <a:prstGeom prst="rect">
            <a:avLst/>
          </a:prstGeom>
          <a:noFill/>
          <a:ln/>
        </p:spPr>
        <p:txBody>
          <a:bodyPr wrap="square" lIns="0" tIns="0" rIns="0" bIns="0" rtlCol="0" anchor="ctr"/>
          <a:lstStyle/>
          <a:p>
            <a:pPr marL="0" indent="0">
              <a:buNone/>
            </a:pPr>
            <a:r>
              <a:rPr lang="en-US" sz="1350" b="1" dirty="0">
                <a:solidFill>
                  <a:srgbClr val="0E8F8F"/>
                </a:solidFill>
                <a:latin typeface="Calibri" pitchFamily="34" charset="0"/>
                <a:ea typeface="Calibri" pitchFamily="34" charset="-122"/>
                <a:cs typeface="Calibri" pitchFamily="34" charset="-120"/>
              </a:rPr>
              <a:t>Mastery </a:t>
            </a:r>
            <a:r>
              <a:rPr lang="en-US" sz="1350" b="1" dirty="0" err="1">
                <a:solidFill>
                  <a:srgbClr val="0E8F8F"/>
                </a:solidFill>
                <a:latin typeface="Calibri" pitchFamily="34" charset="0"/>
                <a:ea typeface="Calibri" pitchFamily="34" charset="-122"/>
                <a:cs typeface="Calibri" pitchFamily="34" charset="-120"/>
              </a:rPr>
              <a:t>대시보드</a:t>
            </a:r>
            <a:endParaRPr lang="en-US" sz="1350" dirty="0"/>
          </a:p>
        </p:txBody>
      </p:sp>
      <p:sp>
        <p:nvSpPr>
          <p:cNvPr id="26" name="Text 20"/>
          <p:cNvSpPr/>
          <p:nvPr/>
        </p:nvSpPr>
        <p:spPr>
          <a:xfrm>
            <a:off x="4937760" y="3173005"/>
            <a:ext cx="2743200" cy="411480"/>
          </a:xfrm>
          <a:prstGeom prst="rect">
            <a:avLst/>
          </a:prstGeom>
          <a:noFill/>
          <a:ln/>
        </p:spPr>
        <p:txBody>
          <a:bodyPr wrap="square" lIns="0" tIns="0" rIns="0" bIns="0" rtlCol="0" anchor="ctr"/>
          <a:lstStyle/>
          <a:p>
            <a:pPr marL="0" indent="0" algn="l">
              <a:buNone/>
            </a:pPr>
            <a:r>
              <a:rPr lang="en-US" sz="1100" dirty="0">
                <a:solidFill>
                  <a:srgbClr val="5B6B7B"/>
                </a:solidFill>
                <a:latin typeface="Calibri" pitchFamily="34" charset="0"/>
                <a:ea typeface="Calibri" pitchFamily="34" charset="-122"/>
                <a:cs typeface="Calibri" pitchFamily="34" charset="-120"/>
              </a:rPr>
              <a:t>Mastery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AF7D-002F-953E-37FE-AC670CF492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350096F-47D0-C673-26A1-6423DD416E54}"/>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latin typeface="Trebuchet MS" panose="020B0603020202020204" pitchFamily="34" charset="0"/>
            </a:endParaRPr>
          </a:p>
        </p:txBody>
      </p:sp>
      <p:sp>
        <p:nvSpPr>
          <p:cNvPr id="3" name="Text 1">
            <a:extLst>
              <a:ext uri="{FF2B5EF4-FFF2-40B4-BE49-F238E27FC236}">
                <a16:creationId xmlns:a16="http://schemas.microsoft.com/office/drawing/2014/main" id="{13C576F8-2633-E537-A84B-DD0FCF51F498}"/>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anose="020B0603020202020204" pitchFamily="34" charset="0"/>
              </a:rPr>
              <a:t>4-1</a:t>
            </a:r>
            <a:endParaRPr lang="en-US" sz="2400" dirty="0">
              <a:latin typeface="Trebuchet MS" panose="020B0603020202020204" pitchFamily="34" charset="0"/>
            </a:endParaRPr>
          </a:p>
        </p:txBody>
      </p:sp>
      <p:sp>
        <p:nvSpPr>
          <p:cNvPr id="4" name="Text 2">
            <a:extLst>
              <a:ext uri="{FF2B5EF4-FFF2-40B4-BE49-F238E27FC236}">
                <a16:creationId xmlns:a16="http://schemas.microsoft.com/office/drawing/2014/main" id="{A34E6172-1174-5E83-C2A9-7914202D2D88}"/>
              </a:ext>
            </a:extLst>
          </p:cNvPr>
          <p:cNvSpPr/>
          <p:nvPr/>
        </p:nvSpPr>
        <p:spPr>
          <a:xfrm>
            <a:off x="1188720" y="411480"/>
            <a:ext cx="7406640" cy="502920"/>
          </a:xfrm>
          <a:prstGeom prst="rect">
            <a:avLst/>
          </a:prstGeom>
          <a:noFill/>
          <a:ln/>
        </p:spPr>
        <p:txBody>
          <a:bodyPr wrap="square" lIns="0" tIns="0" rIns="0" bIns="0" rtlCol="0" anchor="ctr"/>
          <a:lstStyle/>
          <a:p>
            <a:pPr marL="0" indent="0" algn="l">
              <a:buNone/>
            </a:pPr>
            <a:r>
              <a:rPr lang="ko-KR" altLang="en-US" sz="2700" b="1" dirty="0">
                <a:solidFill>
                  <a:srgbClr val="1E2A38"/>
                </a:solidFill>
                <a:latin typeface="Trebuchet MS" panose="020B0603020202020204" pitchFamily="34" charset="0"/>
                <a:ea typeface="Trebuchet MS" pitchFamily="34" charset="-122"/>
                <a:cs typeface="Trebuchet MS" pitchFamily="34" charset="-120"/>
              </a:rPr>
              <a:t>로그인</a:t>
            </a:r>
            <a:r>
              <a:rPr lang="en-US" sz="2700" b="1" dirty="0">
                <a:solidFill>
                  <a:srgbClr val="1E2A38"/>
                </a:solidFill>
                <a:latin typeface="Trebuchet MS" panose="020B0603020202020204" pitchFamily="34" charset="0"/>
                <a:ea typeface="Trebuchet MS" pitchFamily="34" charset="-122"/>
                <a:cs typeface="Trebuchet MS" pitchFamily="34" charset="-120"/>
              </a:rPr>
              <a:t> </a:t>
            </a:r>
            <a:endParaRPr lang="en-US" sz="2700" dirty="0">
              <a:latin typeface="Trebuchet MS" panose="020B0603020202020204" pitchFamily="34" charset="0"/>
            </a:endParaRPr>
          </a:p>
        </p:txBody>
      </p:sp>
      <p:sp>
        <p:nvSpPr>
          <p:cNvPr id="23" name="Shape 21">
            <a:extLst>
              <a:ext uri="{FF2B5EF4-FFF2-40B4-BE49-F238E27FC236}">
                <a16:creationId xmlns:a16="http://schemas.microsoft.com/office/drawing/2014/main" id="{424D0144-2D6A-2DE4-C810-F52BB4772815}"/>
              </a:ext>
            </a:extLst>
          </p:cNvPr>
          <p:cNvSpPr/>
          <p:nvPr/>
        </p:nvSpPr>
        <p:spPr>
          <a:xfrm>
            <a:off x="7726680" y="1280160"/>
            <a:ext cx="0" cy="0"/>
          </a:xfrm>
          <a:prstGeom prst="roundRect">
            <a:avLst/>
          </a:prstGeom>
          <a:solidFill>
            <a:srgbClr val="FFFFFF"/>
          </a:solidFill>
          <a:ln/>
        </p:spPr>
        <p:txBody>
          <a:bodyPr/>
          <a:lstStyle/>
          <a:p>
            <a:endParaRPr lang="ko-KR" altLang="en-US">
              <a:latin typeface="Trebuchet MS" panose="020B0603020202020204" pitchFamily="34" charset="0"/>
            </a:endParaRPr>
          </a:p>
        </p:txBody>
      </p:sp>
      <p:sp>
        <p:nvSpPr>
          <p:cNvPr id="25" name="Text 23">
            <a:extLst>
              <a:ext uri="{FF2B5EF4-FFF2-40B4-BE49-F238E27FC236}">
                <a16:creationId xmlns:a16="http://schemas.microsoft.com/office/drawing/2014/main" id="{FA465AF4-51DE-1BBE-EE77-1411BE616E09}"/>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Trebuchet MS" panose="020B0603020202020204" pitchFamily="34" charset="0"/>
                <a:ea typeface="Calibri" pitchFamily="34" charset="-122"/>
                <a:cs typeface="Calibri" pitchFamily="34" charset="-120"/>
              </a:rPr>
              <a:t>9</a:t>
            </a:r>
            <a:endParaRPr lang="en-US" sz="1000" dirty="0">
              <a:latin typeface="Trebuchet MS" panose="020B0603020202020204" pitchFamily="34" charset="0"/>
            </a:endParaRPr>
          </a:p>
        </p:txBody>
      </p:sp>
      <p:pic>
        <p:nvPicPr>
          <p:cNvPr id="26" name="그림 25" descr="The image shows a user interface for SudoCampus, a Korean online learning platform, with a login section, email input, and password field, and options to log in with Google account.&#10;&#10;AI 생성 콘텐츠는 정확하지 않을 수 있습니다.">
            <a:extLst>
              <a:ext uri="{FF2B5EF4-FFF2-40B4-BE49-F238E27FC236}">
                <a16:creationId xmlns:a16="http://schemas.microsoft.com/office/drawing/2014/main" id="{4CF693CA-2F3A-E935-80AF-67867677A19A}"/>
              </a:ext>
            </a:extLst>
          </p:cNvPr>
          <p:cNvPicPr>
            <a:picLocks noChangeAspect="1"/>
          </p:cNvPicPr>
          <p:nvPr/>
        </p:nvPicPr>
        <p:blipFill>
          <a:blip r:embed="rId3"/>
          <a:stretch>
            <a:fillRect/>
          </a:stretch>
        </p:blipFill>
        <p:spPr>
          <a:xfrm>
            <a:off x="2462197" y="295258"/>
            <a:ext cx="4219606" cy="4552983"/>
          </a:xfrm>
          <a:prstGeom prst="rect">
            <a:avLst/>
          </a:prstGeom>
        </p:spPr>
      </p:pic>
      <p:sp>
        <p:nvSpPr>
          <p:cNvPr id="5" name="직사각형 4">
            <a:extLst>
              <a:ext uri="{FF2B5EF4-FFF2-40B4-BE49-F238E27FC236}">
                <a16:creationId xmlns:a16="http://schemas.microsoft.com/office/drawing/2014/main" id="{C62A3072-0B81-A235-2C4C-5394A02C7D17}"/>
              </a:ext>
            </a:extLst>
          </p:cNvPr>
          <p:cNvSpPr/>
          <p:nvPr/>
        </p:nvSpPr>
        <p:spPr>
          <a:xfrm>
            <a:off x="2940081" y="3154461"/>
            <a:ext cx="3163064" cy="379314"/>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6FB5B26-DA81-8D8E-E049-D81CC2D66240}"/>
              </a:ext>
            </a:extLst>
          </p:cNvPr>
          <p:cNvSpPr/>
          <p:nvPr/>
        </p:nvSpPr>
        <p:spPr>
          <a:xfrm>
            <a:off x="3730656" y="3792635"/>
            <a:ext cx="1587469" cy="414239"/>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Tree>
    <p:extLst>
      <p:ext uri="{BB962C8B-B14F-4D97-AF65-F5344CB8AC3E}">
        <p14:creationId xmlns:p14="http://schemas.microsoft.com/office/powerpoint/2010/main" val="1193784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7BFEC-1D14-885F-CE87-C13C15AEFA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88595C-0B61-B7BD-15AA-CB7C88290781}"/>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a:extLst>
              <a:ext uri="{FF2B5EF4-FFF2-40B4-BE49-F238E27FC236}">
                <a16:creationId xmlns:a16="http://schemas.microsoft.com/office/drawing/2014/main" id="{8A4C24B3-16CF-3D00-EADA-6D2C81E6EF50}"/>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4-2</a:t>
            </a:r>
            <a:endParaRPr lang="en-US" sz="2400" dirty="0"/>
          </a:p>
        </p:txBody>
      </p:sp>
      <p:sp>
        <p:nvSpPr>
          <p:cNvPr id="4" name="Text 2">
            <a:extLst>
              <a:ext uri="{FF2B5EF4-FFF2-40B4-BE49-F238E27FC236}">
                <a16:creationId xmlns:a16="http://schemas.microsoft.com/office/drawing/2014/main" id="{3A63AFC7-C2A9-3C86-6C18-7C7D38EB22F0}"/>
              </a:ext>
            </a:extLst>
          </p:cNvPr>
          <p:cNvSpPr/>
          <p:nvPr/>
        </p:nvSpPr>
        <p:spPr>
          <a:xfrm>
            <a:off x="1188720" y="411480"/>
            <a:ext cx="7406640" cy="502920"/>
          </a:xfrm>
          <a:prstGeom prst="rect">
            <a:avLst/>
          </a:prstGeom>
          <a:noFill/>
          <a:ln/>
        </p:spPr>
        <p:txBody>
          <a:bodyPr wrap="square" lIns="0" tIns="0" rIns="0" bIns="0" rtlCol="0" anchor="ctr"/>
          <a:lstStyle/>
          <a:p>
            <a:r>
              <a:rPr lang="ko-KR" altLang="en-US" sz="2700" b="1" dirty="0">
                <a:solidFill>
                  <a:srgbClr val="1E2A38"/>
                </a:solidFill>
                <a:latin typeface="Trebuchet MS" panose="020B0603020202020204" pitchFamily="34" charset="0"/>
                <a:ea typeface="Trebuchet MS" pitchFamily="34" charset="-122"/>
                <a:cs typeface="Trebuchet MS" pitchFamily="34" charset="-120"/>
              </a:rPr>
              <a:t>과목 생성</a:t>
            </a:r>
            <a:r>
              <a:rPr lang="en-US" altLang="ko-KR" sz="2800" b="1" dirty="0">
                <a:solidFill>
                  <a:srgbClr val="1E2A38"/>
                </a:solidFill>
                <a:latin typeface="Trebuchet MS" panose="020B0603020202020204" pitchFamily="34" charset="0"/>
                <a:ea typeface="Calibri" pitchFamily="34" charset="-122"/>
                <a:cs typeface="Calibri" pitchFamily="34" charset="-120"/>
              </a:rPr>
              <a:t> · </a:t>
            </a:r>
            <a:r>
              <a:rPr lang="ko-KR" altLang="en-US" sz="2800" b="1" dirty="0">
                <a:solidFill>
                  <a:srgbClr val="1E2A38"/>
                </a:solidFill>
                <a:latin typeface="Trebuchet MS" panose="020B0603020202020204" pitchFamily="34" charset="0"/>
                <a:ea typeface="Calibri" pitchFamily="34" charset="-122"/>
                <a:cs typeface="Calibri" pitchFamily="34" charset="-120"/>
              </a:rPr>
              <a:t>목록</a:t>
            </a:r>
            <a:endParaRPr lang="en-US" sz="2700" b="1" dirty="0">
              <a:latin typeface="Trebuchet MS" panose="020B0603020202020204" pitchFamily="34" charset="0"/>
            </a:endParaRPr>
          </a:p>
        </p:txBody>
      </p:sp>
      <p:sp>
        <p:nvSpPr>
          <p:cNvPr id="23" name="Shape 21">
            <a:extLst>
              <a:ext uri="{FF2B5EF4-FFF2-40B4-BE49-F238E27FC236}">
                <a16:creationId xmlns:a16="http://schemas.microsoft.com/office/drawing/2014/main" id="{9AFAE97D-ED49-BFA9-0968-60D18C109A73}"/>
              </a:ext>
            </a:extLst>
          </p:cNvPr>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a:extLst>
              <a:ext uri="{FF2B5EF4-FFF2-40B4-BE49-F238E27FC236}">
                <a16:creationId xmlns:a16="http://schemas.microsoft.com/office/drawing/2014/main" id="{4DFA9181-10A8-15FE-F0B4-1447199E24F0}"/>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pic>
        <p:nvPicPr>
          <p:cNvPr id="6" name="그림 5" descr="Software Engineering Introduction.&#10;&#10;AI 생성 콘텐츠는 정확하지 않을 수 있습니다.">
            <a:extLst>
              <a:ext uri="{FF2B5EF4-FFF2-40B4-BE49-F238E27FC236}">
                <a16:creationId xmlns:a16="http://schemas.microsoft.com/office/drawing/2014/main" id="{C460F0B6-7FB3-D15A-A4F1-B290A04AE7C7}"/>
              </a:ext>
            </a:extLst>
          </p:cNvPr>
          <p:cNvPicPr>
            <a:picLocks noChangeAspect="1"/>
          </p:cNvPicPr>
          <p:nvPr/>
        </p:nvPicPr>
        <p:blipFill>
          <a:blip r:embed="rId3"/>
          <a:stretch>
            <a:fillRect/>
          </a:stretch>
        </p:blipFill>
        <p:spPr>
          <a:xfrm>
            <a:off x="246994" y="1186630"/>
            <a:ext cx="5385256" cy="2844088"/>
          </a:xfrm>
          <a:prstGeom prst="rect">
            <a:avLst/>
          </a:prstGeom>
        </p:spPr>
      </p:pic>
      <p:pic>
        <p:nvPicPr>
          <p:cNvPr id="8" name="그림 7" descr="The image shows a Korean language interface with a form for adding a new course, selecting a file type (PNG, JPG, GIF), and a message indicating no file has been selected.&#10;&#10;AI 생성 콘텐츠는 정확하지 않을 수 있습니다.">
            <a:extLst>
              <a:ext uri="{FF2B5EF4-FFF2-40B4-BE49-F238E27FC236}">
                <a16:creationId xmlns:a16="http://schemas.microsoft.com/office/drawing/2014/main" id="{6CC368ED-FF1B-35D7-0338-510DE462D0A1}"/>
              </a:ext>
            </a:extLst>
          </p:cNvPr>
          <p:cNvPicPr>
            <a:picLocks noChangeAspect="1"/>
          </p:cNvPicPr>
          <p:nvPr/>
        </p:nvPicPr>
        <p:blipFill>
          <a:blip r:embed="rId4"/>
          <a:stretch>
            <a:fillRect/>
          </a:stretch>
        </p:blipFill>
        <p:spPr>
          <a:xfrm>
            <a:off x="5760720" y="1186630"/>
            <a:ext cx="3200400" cy="2928521"/>
          </a:xfrm>
          <a:prstGeom prst="rect">
            <a:avLst/>
          </a:prstGeom>
        </p:spPr>
      </p:pic>
      <p:sp>
        <p:nvSpPr>
          <p:cNvPr id="5" name="직사각형 4">
            <a:extLst>
              <a:ext uri="{FF2B5EF4-FFF2-40B4-BE49-F238E27FC236}">
                <a16:creationId xmlns:a16="http://schemas.microsoft.com/office/drawing/2014/main" id="{3E6A6F57-D124-774F-EB85-574CC6ACFBE2}"/>
              </a:ext>
            </a:extLst>
          </p:cNvPr>
          <p:cNvSpPr/>
          <p:nvPr/>
        </p:nvSpPr>
        <p:spPr>
          <a:xfrm>
            <a:off x="3816381" y="1720948"/>
            <a:ext cx="1736694" cy="1017489"/>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cxnSp>
        <p:nvCxnSpPr>
          <p:cNvPr id="10" name="직선 연결선 9">
            <a:extLst>
              <a:ext uri="{FF2B5EF4-FFF2-40B4-BE49-F238E27FC236}">
                <a16:creationId xmlns:a16="http://schemas.microsoft.com/office/drawing/2014/main" id="{B9221A3F-717C-29E8-6EC0-E027209D33C3}"/>
              </a:ext>
            </a:extLst>
          </p:cNvPr>
          <p:cNvCxnSpPr/>
          <p:nvPr/>
        </p:nvCxnSpPr>
        <p:spPr>
          <a:xfrm flipV="1">
            <a:off x="5553075" y="1186630"/>
            <a:ext cx="207645" cy="534318"/>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직선 연결선 10">
            <a:extLst>
              <a:ext uri="{FF2B5EF4-FFF2-40B4-BE49-F238E27FC236}">
                <a16:creationId xmlns:a16="http://schemas.microsoft.com/office/drawing/2014/main" id="{FAE776F0-977D-64B0-9970-7DFCE4409FA4}"/>
              </a:ext>
            </a:extLst>
          </p:cNvPr>
          <p:cNvCxnSpPr>
            <a:cxnSpLocks/>
          </p:cNvCxnSpPr>
          <p:nvPr/>
        </p:nvCxnSpPr>
        <p:spPr>
          <a:xfrm flipH="1" flipV="1">
            <a:off x="5555932" y="2743508"/>
            <a:ext cx="240031" cy="1371643"/>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650110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516-EE65-B4E3-F3CE-CB9F8CE0E1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18A55C-F4B3-AC35-FEB9-BC2BD07E8FA7}"/>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a:extLst>
              <a:ext uri="{FF2B5EF4-FFF2-40B4-BE49-F238E27FC236}">
                <a16:creationId xmlns:a16="http://schemas.microsoft.com/office/drawing/2014/main" id="{3508221C-0F76-ADF8-A433-2900D843EB32}"/>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4-3</a:t>
            </a:r>
            <a:endParaRPr lang="en-US" sz="2400" dirty="0"/>
          </a:p>
        </p:txBody>
      </p:sp>
      <p:sp>
        <p:nvSpPr>
          <p:cNvPr id="4" name="Text 2">
            <a:extLst>
              <a:ext uri="{FF2B5EF4-FFF2-40B4-BE49-F238E27FC236}">
                <a16:creationId xmlns:a16="http://schemas.microsoft.com/office/drawing/2014/main" id="{BDB40494-8F27-F7AB-9054-8BC335132AC1}"/>
              </a:ext>
            </a:extLst>
          </p:cNvPr>
          <p:cNvSpPr/>
          <p:nvPr/>
        </p:nvSpPr>
        <p:spPr>
          <a:xfrm>
            <a:off x="1188720" y="411480"/>
            <a:ext cx="7406640" cy="502920"/>
          </a:xfrm>
          <a:prstGeom prst="rect">
            <a:avLst/>
          </a:prstGeom>
          <a:noFill/>
          <a:ln/>
        </p:spPr>
        <p:txBody>
          <a:bodyPr wrap="square" lIns="0" tIns="0" rIns="0" bIns="0" rtlCol="0" anchor="ctr"/>
          <a:lstStyle/>
          <a:p>
            <a:r>
              <a:rPr lang="en-US" altLang="ko-KR" sz="2800" b="1" dirty="0">
                <a:solidFill>
                  <a:srgbClr val="1E2A38"/>
                </a:solidFill>
                <a:latin typeface="Trebuchet MS" panose="020B0603020202020204" pitchFamily="34" charset="0"/>
                <a:ea typeface="Calibri" pitchFamily="34" charset="-122"/>
                <a:cs typeface="Calibri" pitchFamily="34" charset="-120"/>
              </a:rPr>
              <a:t>PDF </a:t>
            </a:r>
            <a:r>
              <a:rPr lang="en-US" altLang="ko-KR" sz="2800" b="1" dirty="0" err="1">
                <a:solidFill>
                  <a:srgbClr val="1E2A38"/>
                </a:solidFill>
                <a:latin typeface="Trebuchet MS" panose="020B0603020202020204" pitchFamily="34" charset="0"/>
                <a:ea typeface="Calibri" pitchFamily="34" charset="-122"/>
                <a:cs typeface="Calibri" pitchFamily="34" charset="-120"/>
              </a:rPr>
              <a:t>업로드</a:t>
            </a:r>
            <a:r>
              <a:rPr lang="en-US" altLang="ko-KR" sz="2800" b="1" dirty="0">
                <a:solidFill>
                  <a:srgbClr val="1E2A38"/>
                </a:solidFill>
                <a:latin typeface="Trebuchet MS" panose="020B0603020202020204" pitchFamily="34" charset="0"/>
                <a:ea typeface="Calibri" pitchFamily="34" charset="-122"/>
                <a:cs typeface="Calibri" pitchFamily="34" charset="-120"/>
              </a:rPr>
              <a:t> → </a:t>
            </a:r>
            <a:r>
              <a:rPr lang="en-US" altLang="ko-KR" sz="2800" b="1" dirty="0" err="1">
                <a:solidFill>
                  <a:srgbClr val="1E2A38"/>
                </a:solidFill>
                <a:latin typeface="Trebuchet MS" panose="020B0603020202020204" pitchFamily="34" charset="0"/>
                <a:ea typeface="Calibri" pitchFamily="34" charset="-122"/>
                <a:cs typeface="Calibri" pitchFamily="34" charset="-120"/>
              </a:rPr>
              <a:t>요약·키워드</a:t>
            </a:r>
            <a:endParaRPr lang="en-US" altLang="ko-KR" sz="2800" b="1" dirty="0">
              <a:latin typeface="Trebuchet MS" panose="020B0603020202020204" pitchFamily="34" charset="0"/>
            </a:endParaRPr>
          </a:p>
        </p:txBody>
      </p:sp>
      <p:sp>
        <p:nvSpPr>
          <p:cNvPr id="23" name="Shape 21">
            <a:extLst>
              <a:ext uri="{FF2B5EF4-FFF2-40B4-BE49-F238E27FC236}">
                <a16:creationId xmlns:a16="http://schemas.microsoft.com/office/drawing/2014/main" id="{09D6FD11-6E1E-FF7E-BBA8-7DEADC625D39}"/>
              </a:ext>
            </a:extLst>
          </p:cNvPr>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a:extLst>
              <a:ext uri="{FF2B5EF4-FFF2-40B4-BE49-F238E27FC236}">
                <a16:creationId xmlns:a16="http://schemas.microsoft.com/office/drawing/2014/main" id="{15A7189D-784D-2048-00F4-38F373C77C28}"/>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pic>
        <p:nvPicPr>
          <p:cNvPr id="8" name="그림 7" descr="The image shows a Korean interface with a download button for PDF slides and handwritten notes, followed by a text field for file selection, a message indicating no selected file, and options for uploading and AI analysis.&#10;&#10;AI 생성 콘텐츠는 정확하지 않을 수 있습니다.">
            <a:extLst>
              <a:ext uri="{FF2B5EF4-FFF2-40B4-BE49-F238E27FC236}">
                <a16:creationId xmlns:a16="http://schemas.microsoft.com/office/drawing/2014/main" id="{B43E8BD6-1AA9-5121-3248-D0E3674D7664}"/>
              </a:ext>
            </a:extLst>
          </p:cNvPr>
          <p:cNvPicPr>
            <a:picLocks noChangeAspect="1"/>
          </p:cNvPicPr>
          <p:nvPr/>
        </p:nvPicPr>
        <p:blipFill>
          <a:blip r:embed="rId3"/>
          <a:stretch>
            <a:fillRect/>
          </a:stretch>
        </p:blipFill>
        <p:spPr>
          <a:xfrm>
            <a:off x="5521387" y="1870074"/>
            <a:ext cx="3439733" cy="2095837"/>
          </a:xfrm>
          <a:prstGeom prst="rect">
            <a:avLst/>
          </a:prstGeom>
        </p:spPr>
      </p:pic>
      <p:pic>
        <p:nvPicPr>
          <p:cNvPr id="10" name="그림 9" descr="The image depicts a software development process flow chart, outlining various stages such as requirements engineering, design, implementation, validation, and evolution, and emphasizing the importance of continuous improvement.&#10;&#10;AI 생성 콘텐츠는 정확하지 않을 수 있습니다.">
            <a:extLst>
              <a:ext uri="{FF2B5EF4-FFF2-40B4-BE49-F238E27FC236}">
                <a16:creationId xmlns:a16="http://schemas.microsoft.com/office/drawing/2014/main" id="{90C41866-ABA3-089D-C297-9881C56EA861}"/>
              </a:ext>
            </a:extLst>
          </p:cNvPr>
          <p:cNvPicPr>
            <a:picLocks noChangeAspect="1"/>
          </p:cNvPicPr>
          <p:nvPr/>
        </p:nvPicPr>
        <p:blipFill>
          <a:blip r:embed="rId4"/>
          <a:srcRect l="-3209" r="3209"/>
          <a:stretch>
            <a:fillRect/>
          </a:stretch>
        </p:blipFill>
        <p:spPr>
          <a:xfrm>
            <a:off x="0" y="1196990"/>
            <a:ext cx="5404278" cy="3340630"/>
          </a:xfrm>
          <a:prstGeom prst="rect">
            <a:avLst/>
          </a:prstGeom>
        </p:spPr>
      </p:pic>
      <p:sp>
        <p:nvSpPr>
          <p:cNvPr id="5" name="직사각형 4">
            <a:extLst>
              <a:ext uri="{FF2B5EF4-FFF2-40B4-BE49-F238E27FC236}">
                <a16:creationId xmlns:a16="http://schemas.microsoft.com/office/drawing/2014/main" id="{AA1F2D88-B1F1-DB4C-F69F-04ED6B018F92}"/>
              </a:ext>
            </a:extLst>
          </p:cNvPr>
          <p:cNvSpPr/>
          <p:nvPr/>
        </p:nvSpPr>
        <p:spPr>
          <a:xfrm>
            <a:off x="182880" y="4121984"/>
            <a:ext cx="1098285" cy="536424"/>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cxnSp>
        <p:nvCxnSpPr>
          <p:cNvPr id="6" name="직선 연결선 5">
            <a:extLst>
              <a:ext uri="{FF2B5EF4-FFF2-40B4-BE49-F238E27FC236}">
                <a16:creationId xmlns:a16="http://schemas.microsoft.com/office/drawing/2014/main" id="{FD406C2C-CCAC-FECC-BB79-261819401915}"/>
              </a:ext>
            </a:extLst>
          </p:cNvPr>
          <p:cNvCxnSpPr>
            <a:cxnSpLocks/>
          </p:cNvCxnSpPr>
          <p:nvPr/>
        </p:nvCxnSpPr>
        <p:spPr>
          <a:xfrm flipV="1">
            <a:off x="1281165" y="1924259"/>
            <a:ext cx="4240222" cy="2238438"/>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직선 연결선 6">
            <a:extLst>
              <a:ext uri="{FF2B5EF4-FFF2-40B4-BE49-F238E27FC236}">
                <a16:creationId xmlns:a16="http://schemas.microsoft.com/office/drawing/2014/main" id="{CE06F14A-7EB4-6669-0A28-1830E0B0CD4D}"/>
              </a:ext>
            </a:extLst>
          </p:cNvPr>
          <p:cNvCxnSpPr>
            <a:cxnSpLocks/>
          </p:cNvCxnSpPr>
          <p:nvPr/>
        </p:nvCxnSpPr>
        <p:spPr>
          <a:xfrm flipH="1">
            <a:off x="1281165" y="3946510"/>
            <a:ext cx="4319535" cy="715926"/>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직사각형 11">
            <a:extLst>
              <a:ext uri="{FF2B5EF4-FFF2-40B4-BE49-F238E27FC236}">
                <a16:creationId xmlns:a16="http://schemas.microsoft.com/office/drawing/2014/main" id="{6D9EBE23-7E41-CC48-EE58-51B526914A9B}"/>
              </a:ext>
            </a:extLst>
          </p:cNvPr>
          <p:cNvSpPr/>
          <p:nvPr/>
        </p:nvSpPr>
        <p:spPr>
          <a:xfrm>
            <a:off x="4423103" y="4081947"/>
            <a:ext cx="804218" cy="253833"/>
          </a:xfrm>
          <a:prstGeom prst="rect">
            <a:avLst/>
          </a:prstGeom>
          <a:noFill/>
          <a:ln w="1905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Tree>
    <p:extLst>
      <p:ext uri="{BB962C8B-B14F-4D97-AF65-F5344CB8AC3E}">
        <p14:creationId xmlns:p14="http://schemas.microsoft.com/office/powerpoint/2010/main" val="285938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77FA-C819-193C-EFF2-A99554FE2F2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A35AE9B-6F34-3042-35F8-8A5D16F674ED}"/>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a:extLst>
              <a:ext uri="{FF2B5EF4-FFF2-40B4-BE49-F238E27FC236}">
                <a16:creationId xmlns:a16="http://schemas.microsoft.com/office/drawing/2014/main" id="{2FBB4C09-7600-CB95-FF42-9A1BAA837C78}"/>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4-4</a:t>
            </a:r>
            <a:endParaRPr lang="en-US" sz="2400" dirty="0"/>
          </a:p>
        </p:txBody>
      </p:sp>
      <p:sp>
        <p:nvSpPr>
          <p:cNvPr id="4" name="Text 2">
            <a:extLst>
              <a:ext uri="{FF2B5EF4-FFF2-40B4-BE49-F238E27FC236}">
                <a16:creationId xmlns:a16="http://schemas.microsoft.com/office/drawing/2014/main" id="{BD05C78B-9AE7-2164-6AE9-16B73A2A268A}"/>
              </a:ext>
            </a:extLst>
          </p:cNvPr>
          <p:cNvSpPr/>
          <p:nvPr/>
        </p:nvSpPr>
        <p:spPr>
          <a:xfrm>
            <a:off x="1188720" y="411480"/>
            <a:ext cx="7406640" cy="502920"/>
          </a:xfrm>
          <a:prstGeom prst="rect">
            <a:avLst/>
          </a:prstGeom>
          <a:noFill/>
          <a:ln/>
        </p:spPr>
        <p:txBody>
          <a:bodyPr wrap="square" lIns="0" tIns="0" rIns="0" bIns="0" rtlCol="0" anchor="ctr"/>
          <a:lstStyle/>
          <a:p>
            <a:r>
              <a:rPr lang="en-US" altLang="ko-KR" sz="2800" b="1" dirty="0" err="1">
                <a:solidFill>
                  <a:srgbClr val="1E2A38"/>
                </a:solidFill>
                <a:latin typeface="Trebuchet MS" panose="020B0603020202020204" pitchFamily="34" charset="0"/>
                <a:ea typeface="Calibri" pitchFamily="34" charset="-122"/>
                <a:cs typeface="Calibri" pitchFamily="34" charset="-120"/>
              </a:rPr>
              <a:t>퀴즈</a:t>
            </a:r>
            <a:r>
              <a:rPr lang="en-US" altLang="ko-KR" sz="2800" b="1" dirty="0">
                <a:solidFill>
                  <a:srgbClr val="1E2A38"/>
                </a:solidFill>
                <a:latin typeface="Trebuchet MS" panose="020B0603020202020204" pitchFamily="34" charset="0"/>
                <a:ea typeface="Calibri" pitchFamily="34" charset="-122"/>
                <a:cs typeface="Calibri" pitchFamily="34" charset="-120"/>
              </a:rPr>
              <a:t> </a:t>
            </a:r>
            <a:r>
              <a:rPr lang="en-US" altLang="ko-KR" sz="2800" b="1" dirty="0" err="1">
                <a:solidFill>
                  <a:srgbClr val="1E2A38"/>
                </a:solidFill>
                <a:latin typeface="Trebuchet MS" panose="020B0603020202020204" pitchFamily="34" charset="0"/>
                <a:ea typeface="Calibri" pitchFamily="34" charset="-122"/>
                <a:cs typeface="Calibri" pitchFamily="34" charset="-120"/>
              </a:rPr>
              <a:t>풀기</a:t>
            </a:r>
            <a:r>
              <a:rPr lang="en-US" altLang="ko-KR" sz="2800" b="1" dirty="0">
                <a:solidFill>
                  <a:srgbClr val="1E2A38"/>
                </a:solidFill>
                <a:latin typeface="Trebuchet MS" panose="020B0603020202020204" pitchFamily="34" charset="0"/>
                <a:ea typeface="Calibri" pitchFamily="34" charset="-122"/>
                <a:cs typeface="Calibri" pitchFamily="34" charset="-120"/>
              </a:rPr>
              <a:t> → </a:t>
            </a:r>
            <a:r>
              <a:rPr lang="en-US" altLang="ko-KR" sz="2800" b="1" dirty="0" err="1">
                <a:solidFill>
                  <a:srgbClr val="1E2A38"/>
                </a:solidFill>
                <a:latin typeface="Trebuchet MS" panose="020B0603020202020204" pitchFamily="34" charset="0"/>
                <a:ea typeface="Calibri" pitchFamily="34" charset="-122"/>
                <a:cs typeface="Calibri" pitchFamily="34" charset="-120"/>
              </a:rPr>
              <a:t>정답·해설</a:t>
            </a:r>
            <a:endParaRPr lang="en-US" altLang="ko-KR" sz="2800" b="1" dirty="0">
              <a:latin typeface="Trebuchet MS" panose="020B0603020202020204" pitchFamily="34" charset="0"/>
            </a:endParaRPr>
          </a:p>
        </p:txBody>
      </p:sp>
      <p:sp>
        <p:nvSpPr>
          <p:cNvPr id="23" name="Shape 21">
            <a:extLst>
              <a:ext uri="{FF2B5EF4-FFF2-40B4-BE49-F238E27FC236}">
                <a16:creationId xmlns:a16="http://schemas.microsoft.com/office/drawing/2014/main" id="{D7F04660-C930-A120-A1CB-26234E7345CC}"/>
              </a:ext>
            </a:extLst>
          </p:cNvPr>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a:extLst>
              <a:ext uri="{FF2B5EF4-FFF2-40B4-BE49-F238E27FC236}">
                <a16:creationId xmlns:a16="http://schemas.microsoft.com/office/drawing/2014/main" id="{4A566582-CF0D-7369-03BF-ED8542FE744D}"/>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pic>
        <p:nvPicPr>
          <p:cNvPr id="6" name="그림 5" descr="The image is a quiz question asking about the advantages of incremental development, with the incorrect option being that it increases the cost of re-analysis and documentation due to customer feedback.&#10;&#10;AI 생성 콘텐츠는 정확하지 않을 수 있습니다.">
            <a:extLst>
              <a:ext uri="{FF2B5EF4-FFF2-40B4-BE49-F238E27FC236}">
                <a16:creationId xmlns:a16="http://schemas.microsoft.com/office/drawing/2014/main" id="{3A1765DE-D2CA-6D41-1F6C-1452223AF5B1}"/>
              </a:ext>
            </a:extLst>
          </p:cNvPr>
          <p:cNvPicPr>
            <a:picLocks noChangeAspect="1"/>
          </p:cNvPicPr>
          <p:nvPr/>
        </p:nvPicPr>
        <p:blipFill>
          <a:blip r:embed="rId3"/>
          <a:stretch>
            <a:fillRect/>
          </a:stretch>
        </p:blipFill>
        <p:spPr>
          <a:xfrm>
            <a:off x="96580" y="1006687"/>
            <a:ext cx="2487228" cy="2115051"/>
          </a:xfrm>
          <a:prstGeom prst="rect">
            <a:avLst/>
          </a:prstGeom>
        </p:spPr>
      </p:pic>
      <p:pic>
        <p:nvPicPr>
          <p:cNvPr id="8" name="그림 7" descr="The image shows a Korean language quiz interface for the Software Processes exam, specifically question number 10, asking users to correctly identify the stages of the Waterfall Model.&#10;&#10;AI 생성 콘텐츠는 정확하지 않을 수 있습니다.">
            <a:extLst>
              <a:ext uri="{FF2B5EF4-FFF2-40B4-BE49-F238E27FC236}">
                <a16:creationId xmlns:a16="http://schemas.microsoft.com/office/drawing/2014/main" id="{D1520298-F818-848B-7C44-5DCA13D3DF45}"/>
              </a:ext>
            </a:extLst>
          </p:cNvPr>
          <p:cNvPicPr>
            <a:picLocks noChangeAspect="1"/>
          </p:cNvPicPr>
          <p:nvPr/>
        </p:nvPicPr>
        <p:blipFill>
          <a:blip r:embed="rId4"/>
          <a:stretch>
            <a:fillRect/>
          </a:stretch>
        </p:blipFill>
        <p:spPr>
          <a:xfrm>
            <a:off x="137428" y="2153750"/>
            <a:ext cx="2405532" cy="2115052"/>
          </a:xfrm>
          <a:prstGeom prst="rect">
            <a:avLst/>
          </a:prstGeom>
        </p:spPr>
      </p:pic>
      <p:pic>
        <p:nvPicPr>
          <p:cNvPr id="10" name="그림 9" descr="The image shows a quiz interface in Korean, featuring a question asking users to select all the main objectives of process improvement, including product quality enhancement, cost reduction, and hardware performance improvement.&#10;&#10;AI 생성 콘텐츠는 정확하지 않을 수 있습니다.">
            <a:extLst>
              <a:ext uri="{FF2B5EF4-FFF2-40B4-BE49-F238E27FC236}">
                <a16:creationId xmlns:a16="http://schemas.microsoft.com/office/drawing/2014/main" id="{C7B467A3-8DA9-75F9-607D-9CC964F5DBDE}"/>
              </a:ext>
            </a:extLst>
          </p:cNvPr>
          <p:cNvPicPr>
            <a:picLocks noChangeAspect="1"/>
          </p:cNvPicPr>
          <p:nvPr/>
        </p:nvPicPr>
        <p:blipFill>
          <a:blip r:embed="rId5"/>
          <a:stretch>
            <a:fillRect/>
          </a:stretch>
        </p:blipFill>
        <p:spPr>
          <a:xfrm>
            <a:off x="76717" y="2764230"/>
            <a:ext cx="2507091" cy="2289284"/>
          </a:xfrm>
          <a:prstGeom prst="rect">
            <a:avLst/>
          </a:prstGeom>
        </p:spPr>
      </p:pic>
      <p:pic>
        <p:nvPicPr>
          <p:cNvPr id="12" name="그림 11" descr="The image is a screenshot of a software development process quiz, specifically a question about incremental development, asking for an incorrect statement about its advantages.&#10;&#10;AI 생성 콘텐츠는 정확하지 않을 수 있습니다.">
            <a:extLst>
              <a:ext uri="{FF2B5EF4-FFF2-40B4-BE49-F238E27FC236}">
                <a16:creationId xmlns:a16="http://schemas.microsoft.com/office/drawing/2014/main" id="{0A8050F5-47F8-893D-EC2B-A8DE3158E90E}"/>
              </a:ext>
            </a:extLst>
          </p:cNvPr>
          <p:cNvPicPr>
            <a:picLocks noChangeAspect="1"/>
          </p:cNvPicPr>
          <p:nvPr/>
        </p:nvPicPr>
        <p:blipFill>
          <a:blip r:embed="rId6"/>
          <a:stretch>
            <a:fillRect/>
          </a:stretch>
        </p:blipFill>
        <p:spPr>
          <a:xfrm>
            <a:off x="2888369" y="1413303"/>
            <a:ext cx="2634817" cy="2287845"/>
          </a:xfrm>
          <a:prstGeom prst="rect">
            <a:avLst/>
          </a:prstGeom>
        </p:spPr>
      </p:pic>
      <p:pic>
        <p:nvPicPr>
          <p:cNvPr id="14" name="그림 13" descr="The image shows a form with a Korean text question asking about the disadvantages of incremental development, with multiple choice answers including the ease of receiving customer feedback, quicker provision of useful software, and early use of implemented software.&#10;&#10;AI 생성 콘텐츠는 정확하지 않을 수 있습니다.">
            <a:extLst>
              <a:ext uri="{FF2B5EF4-FFF2-40B4-BE49-F238E27FC236}">
                <a16:creationId xmlns:a16="http://schemas.microsoft.com/office/drawing/2014/main" id="{55A1F247-E3F1-D8D7-BAB8-64507CF5723E}"/>
              </a:ext>
            </a:extLst>
          </p:cNvPr>
          <p:cNvPicPr>
            <a:picLocks noChangeAspect="1"/>
          </p:cNvPicPr>
          <p:nvPr/>
        </p:nvPicPr>
        <p:blipFill>
          <a:blip r:embed="rId7"/>
          <a:stretch>
            <a:fillRect/>
          </a:stretch>
        </p:blipFill>
        <p:spPr>
          <a:xfrm>
            <a:off x="2908574" y="1682810"/>
            <a:ext cx="2572571" cy="1028860"/>
          </a:xfrm>
          <a:prstGeom prst="rect">
            <a:avLst/>
          </a:prstGeom>
        </p:spPr>
      </p:pic>
      <p:pic>
        <p:nvPicPr>
          <p:cNvPr id="16" name="그림 15" descr="The image displays a Korean interface with a text prompt asking about the advantages of incremental development.&#10;&#10;AI 생성 콘텐츠는 정확하지 않을 수 있습니다.">
            <a:extLst>
              <a:ext uri="{FF2B5EF4-FFF2-40B4-BE49-F238E27FC236}">
                <a16:creationId xmlns:a16="http://schemas.microsoft.com/office/drawing/2014/main" id="{DE507043-760A-E5A4-F48E-44E61AE618B0}"/>
              </a:ext>
            </a:extLst>
          </p:cNvPr>
          <p:cNvPicPr>
            <a:picLocks noChangeAspect="1"/>
          </p:cNvPicPr>
          <p:nvPr/>
        </p:nvPicPr>
        <p:blipFill>
          <a:blip r:embed="rId8"/>
          <a:stretch>
            <a:fillRect/>
          </a:stretch>
        </p:blipFill>
        <p:spPr>
          <a:xfrm>
            <a:off x="5689927" y="1186318"/>
            <a:ext cx="3141018" cy="2770864"/>
          </a:xfrm>
          <a:prstGeom prst="rect">
            <a:avLst/>
          </a:prstGeom>
        </p:spPr>
      </p:pic>
      <p:sp>
        <p:nvSpPr>
          <p:cNvPr id="17" name="화살표: 오른쪽 16">
            <a:extLst>
              <a:ext uri="{FF2B5EF4-FFF2-40B4-BE49-F238E27FC236}">
                <a16:creationId xmlns:a16="http://schemas.microsoft.com/office/drawing/2014/main" id="{04FF37CB-6893-FE86-7B72-1FE7F20C6CE5}"/>
              </a:ext>
            </a:extLst>
          </p:cNvPr>
          <p:cNvSpPr/>
          <p:nvPr/>
        </p:nvSpPr>
        <p:spPr>
          <a:xfrm>
            <a:off x="2584993" y="2571750"/>
            <a:ext cx="261343" cy="139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화살표: 오른쪽 17">
            <a:extLst>
              <a:ext uri="{FF2B5EF4-FFF2-40B4-BE49-F238E27FC236}">
                <a16:creationId xmlns:a16="http://schemas.microsoft.com/office/drawing/2014/main" id="{68069369-7372-A8BC-BDD0-0846CCA60B38}"/>
              </a:ext>
            </a:extLst>
          </p:cNvPr>
          <p:cNvSpPr/>
          <p:nvPr/>
        </p:nvSpPr>
        <p:spPr>
          <a:xfrm>
            <a:off x="5481145" y="2571749"/>
            <a:ext cx="261343" cy="139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AFEC6C3C-EE96-A3A6-46AA-56EDDB489196}"/>
              </a:ext>
            </a:extLst>
          </p:cNvPr>
          <p:cNvSpPr txBox="1"/>
          <p:nvPr/>
        </p:nvSpPr>
        <p:spPr>
          <a:xfrm>
            <a:off x="3587633" y="3950146"/>
            <a:ext cx="1384557" cy="369332"/>
          </a:xfrm>
          <a:prstGeom prst="rect">
            <a:avLst/>
          </a:prstGeom>
          <a:noFill/>
        </p:spPr>
        <p:txBody>
          <a:bodyPr wrap="square" rtlCol="0">
            <a:spAutoFit/>
          </a:bodyPr>
          <a:lstStyle/>
          <a:p>
            <a:pPr algn="ctr"/>
            <a:r>
              <a:rPr lang="ko-KR" altLang="en-US" dirty="0">
                <a:latin typeface="Pretendard Medium" panose="02000603000000020004" pitchFamily="2" charset="-127"/>
                <a:ea typeface="Pretendard Medium" panose="02000603000000020004" pitchFamily="2" charset="-127"/>
                <a:cs typeface="Pretendard Medium" panose="02000603000000020004" pitchFamily="2" charset="-127"/>
              </a:rPr>
              <a:t>풀이 결과</a:t>
            </a:r>
          </a:p>
        </p:txBody>
      </p:sp>
      <p:sp>
        <p:nvSpPr>
          <p:cNvPr id="7" name="TextBox 6">
            <a:extLst>
              <a:ext uri="{FF2B5EF4-FFF2-40B4-BE49-F238E27FC236}">
                <a16:creationId xmlns:a16="http://schemas.microsoft.com/office/drawing/2014/main" id="{EC4544C6-30DE-BE8E-B301-375C6CB2FE67}"/>
              </a:ext>
            </a:extLst>
          </p:cNvPr>
          <p:cNvSpPr txBox="1"/>
          <p:nvPr/>
        </p:nvSpPr>
        <p:spPr>
          <a:xfrm>
            <a:off x="6891406" y="3950146"/>
            <a:ext cx="813828" cy="369332"/>
          </a:xfrm>
          <a:prstGeom prst="rect">
            <a:avLst/>
          </a:prstGeom>
          <a:noFill/>
        </p:spPr>
        <p:txBody>
          <a:bodyPr wrap="square" rtlCol="0">
            <a:spAutoFit/>
          </a:bodyPr>
          <a:lstStyle/>
          <a:p>
            <a:pPr algn="ctr"/>
            <a:r>
              <a:rPr lang="ko-KR" altLang="en-US" dirty="0">
                <a:latin typeface="Pretendard Medium" panose="02000603000000020004" pitchFamily="2" charset="-127"/>
                <a:ea typeface="Pretendard Medium" panose="02000603000000020004" pitchFamily="2" charset="-127"/>
                <a:cs typeface="Pretendard Medium" panose="02000603000000020004" pitchFamily="2" charset="-127"/>
              </a:rPr>
              <a:t>해설</a:t>
            </a:r>
          </a:p>
        </p:txBody>
      </p:sp>
    </p:spTree>
    <p:extLst>
      <p:ext uri="{BB962C8B-B14F-4D97-AF65-F5344CB8AC3E}">
        <p14:creationId xmlns:p14="http://schemas.microsoft.com/office/powerpoint/2010/main" val="1564229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5"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3F5DB-BBBC-CD4F-2DD9-472FA2AF76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D746425-B2E1-9133-5DB2-259460B78679}"/>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a:extLst>
              <a:ext uri="{FF2B5EF4-FFF2-40B4-BE49-F238E27FC236}">
                <a16:creationId xmlns:a16="http://schemas.microsoft.com/office/drawing/2014/main" id="{FF115C7F-2D00-6FD2-6DBD-3CDD7DBD0D54}"/>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4-5</a:t>
            </a:r>
            <a:endParaRPr lang="en-US" sz="2400" dirty="0"/>
          </a:p>
        </p:txBody>
      </p:sp>
      <p:sp>
        <p:nvSpPr>
          <p:cNvPr id="4" name="Text 2">
            <a:extLst>
              <a:ext uri="{FF2B5EF4-FFF2-40B4-BE49-F238E27FC236}">
                <a16:creationId xmlns:a16="http://schemas.microsoft.com/office/drawing/2014/main" id="{B9A5703D-50A9-E3DA-8770-90BDF2FB2E98}"/>
              </a:ext>
            </a:extLst>
          </p:cNvPr>
          <p:cNvSpPr/>
          <p:nvPr/>
        </p:nvSpPr>
        <p:spPr>
          <a:xfrm>
            <a:off x="1188720" y="411480"/>
            <a:ext cx="7406640" cy="502920"/>
          </a:xfrm>
          <a:prstGeom prst="rect">
            <a:avLst/>
          </a:prstGeom>
          <a:noFill/>
          <a:ln/>
        </p:spPr>
        <p:txBody>
          <a:bodyPr wrap="square" lIns="0" tIns="0" rIns="0" bIns="0" rtlCol="0" anchor="ctr"/>
          <a:lstStyle/>
          <a:p>
            <a:r>
              <a:rPr lang="en-US" altLang="ko-KR" sz="2800" b="1" dirty="0">
                <a:solidFill>
                  <a:srgbClr val="1E2A38"/>
                </a:solidFill>
                <a:latin typeface="Trebuchet MS" panose="020B0603020202020204" pitchFamily="34" charset="0"/>
                <a:ea typeface="Calibri" pitchFamily="34" charset="-122"/>
                <a:cs typeface="Calibri" pitchFamily="34" charset="-120"/>
              </a:rPr>
              <a:t>Mastery </a:t>
            </a:r>
            <a:r>
              <a:rPr lang="ko-KR" altLang="en-US" sz="2800" b="1" dirty="0">
                <a:solidFill>
                  <a:srgbClr val="1E2A38"/>
                </a:solidFill>
                <a:latin typeface="Trebuchet MS" panose="020B0603020202020204" pitchFamily="34" charset="0"/>
                <a:ea typeface="Calibri" pitchFamily="34" charset="-122"/>
                <a:cs typeface="Calibri" pitchFamily="34" charset="-120"/>
              </a:rPr>
              <a:t>대시보드</a:t>
            </a:r>
            <a:endParaRPr lang="en-US" altLang="ko-KR" sz="2800" b="1" dirty="0">
              <a:latin typeface="Trebuchet MS" panose="020B0603020202020204" pitchFamily="34" charset="0"/>
            </a:endParaRPr>
          </a:p>
        </p:txBody>
      </p:sp>
      <p:sp>
        <p:nvSpPr>
          <p:cNvPr id="23" name="Shape 21">
            <a:extLst>
              <a:ext uri="{FF2B5EF4-FFF2-40B4-BE49-F238E27FC236}">
                <a16:creationId xmlns:a16="http://schemas.microsoft.com/office/drawing/2014/main" id="{41B21603-9CC0-8ED2-78A0-19CF9AE04BA6}"/>
              </a:ext>
            </a:extLst>
          </p:cNvPr>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a:extLst>
              <a:ext uri="{FF2B5EF4-FFF2-40B4-BE49-F238E27FC236}">
                <a16:creationId xmlns:a16="http://schemas.microsoft.com/office/drawing/2014/main" id="{2D6F67A0-F829-F0EA-A1F9-EFD1802C0D98}"/>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pic>
        <p:nvPicPr>
          <p:cNvPr id="6" name="그림 5" descr="The image is a software engineering course outline, featuring topics such as software processes, Agile, and Boehm's spiral model, with a quiz and coverage percentage.&#10;&#10;AI 생성 콘텐츠는 정확하지 않을 수 있습니다.">
            <a:extLst>
              <a:ext uri="{FF2B5EF4-FFF2-40B4-BE49-F238E27FC236}">
                <a16:creationId xmlns:a16="http://schemas.microsoft.com/office/drawing/2014/main" id="{D2C52E70-A05D-5109-8C02-65827D156CCA}"/>
              </a:ext>
            </a:extLst>
          </p:cNvPr>
          <p:cNvPicPr>
            <a:picLocks noChangeAspect="1"/>
          </p:cNvPicPr>
          <p:nvPr/>
        </p:nvPicPr>
        <p:blipFill>
          <a:blip r:embed="rId3"/>
          <a:stretch>
            <a:fillRect/>
          </a:stretch>
        </p:blipFill>
        <p:spPr>
          <a:xfrm>
            <a:off x="4766178" y="1280160"/>
            <a:ext cx="4297905" cy="2792525"/>
          </a:xfrm>
          <a:prstGeom prst="rect">
            <a:avLst/>
          </a:prstGeom>
        </p:spPr>
      </p:pic>
      <p:pic>
        <p:nvPicPr>
          <p:cNvPr id="17" name="그림 16">
            <a:extLst>
              <a:ext uri="{FF2B5EF4-FFF2-40B4-BE49-F238E27FC236}">
                <a16:creationId xmlns:a16="http://schemas.microsoft.com/office/drawing/2014/main" id="{3097C6A4-4D59-A7FD-F3AF-CBEDFE16572D}"/>
              </a:ext>
            </a:extLst>
          </p:cNvPr>
          <p:cNvPicPr>
            <a:picLocks noChangeAspect="1"/>
          </p:cNvPicPr>
          <p:nvPr/>
        </p:nvPicPr>
        <p:blipFill>
          <a:blip r:embed="rId4"/>
          <a:stretch>
            <a:fillRect/>
          </a:stretch>
        </p:blipFill>
        <p:spPr>
          <a:xfrm>
            <a:off x="54261" y="979830"/>
            <a:ext cx="4711917" cy="3174307"/>
          </a:xfrm>
          <a:prstGeom prst="rect">
            <a:avLst/>
          </a:prstGeom>
        </p:spPr>
      </p:pic>
      <p:sp>
        <p:nvSpPr>
          <p:cNvPr id="18" name="직사각형 17">
            <a:extLst>
              <a:ext uri="{FF2B5EF4-FFF2-40B4-BE49-F238E27FC236}">
                <a16:creationId xmlns:a16="http://schemas.microsoft.com/office/drawing/2014/main" id="{91378E3E-080F-54F9-AFB8-C1F14F662C79}"/>
              </a:ext>
            </a:extLst>
          </p:cNvPr>
          <p:cNvSpPr/>
          <p:nvPr/>
        </p:nvSpPr>
        <p:spPr>
          <a:xfrm>
            <a:off x="1104110" y="1506294"/>
            <a:ext cx="1707385" cy="755044"/>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C91824A7-345C-EE3E-B88B-47221E179856}"/>
              </a:ext>
            </a:extLst>
          </p:cNvPr>
          <p:cNvSpPr/>
          <p:nvPr/>
        </p:nvSpPr>
        <p:spPr>
          <a:xfrm>
            <a:off x="7598078" y="3428074"/>
            <a:ext cx="650033" cy="362800"/>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844B7734-647B-B69B-1B4D-190FD9918A33}"/>
              </a:ext>
            </a:extLst>
          </p:cNvPr>
          <p:cNvSpPr/>
          <p:nvPr/>
        </p:nvSpPr>
        <p:spPr>
          <a:xfrm>
            <a:off x="1104109" y="2385582"/>
            <a:ext cx="1707385" cy="1231295"/>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6ECEEBF0-F917-3D8F-A44E-6098DDB71EB2}"/>
              </a:ext>
            </a:extLst>
          </p:cNvPr>
          <p:cNvSpPr/>
          <p:nvPr/>
        </p:nvSpPr>
        <p:spPr>
          <a:xfrm>
            <a:off x="7598078" y="2993827"/>
            <a:ext cx="1394140" cy="404632"/>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31322BC3-6A85-5C16-3916-FA8E3F1B7C05}"/>
              </a:ext>
            </a:extLst>
          </p:cNvPr>
          <p:cNvSpPr/>
          <p:nvPr/>
        </p:nvSpPr>
        <p:spPr>
          <a:xfrm>
            <a:off x="2983682" y="1950472"/>
            <a:ext cx="1658655" cy="621277"/>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A3E94462-ED44-F2C8-F6FE-67C3720E199C}"/>
              </a:ext>
            </a:extLst>
          </p:cNvPr>
          <p:cNvSpPr/>
          <p:nvPr/>
        </p:nvSpPr>
        <p:spPr>
          <a:xfrm>
            <a:off x="7598079" y="3817169"/>
            <a:ext cx="1394140" cy="192124"/>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B9387DA2-860F-5353-91CF-A9C8FA9F273E}"/>
              </a:ext>
            </a:extLst>
          </p:cNvPr>
          <p:cNvSpPr txBox="1"/>
          <p:nvPr/>
        </p:nvSpPr>
        <p:spPr>
          <a:xfrm>
            <a:off x="1569464" y="4154137"/>
            <a:ext cx="2298957" cy="307777"/>
          </a:xfrm>
          <a:prstGeom prst="rect">
            <a:avLst/>
          </a:prstGeom>
          <a:noFill/>
        </p:spPr>
        <p:txBody>
          <a:bodyPr wrap="square" rtlCol="0">
            <a:spAutoFit/>
          </a:bodyPr>
          <a:lstStyle/>
          <a:p>
            <a:pPr algn="ctr"/>
            <a:r>
              <a:rPr lang="ko-KR" altLang="en-US" sz="1400" dirty="0">
                <a:latin typeface="Pretendard Medium" panose="02000603000000020004" pitchFamily="2" charset="-127"/>
                <a:ea typeface="Pretendard Medium" panose="02000603000000020004" pitchFamily="2" charset="-127"/>
                <a:cs typeface="Pretendard Medium" panose="02000603000000020004" pitchFamily="2" charset="-127"/>
              </a:rPr>
              <a:t>과목별 대시보드</a:t>
            </a:r>
          </a:p>
        </p:txBody>
      </p:sp>
      <p:sp>
        <p:nvSpPr>
          <p:cNvPr id="27" name="TextBox 26">
            <a:extLst>
              <a:ext uri="{FF2B5EF4-FFF2-40B4-BE49-F238E27FC236}">
                <a16:creationId xmlns:a16="http://schemas.microsoft.com/office/drawing/2014/main" id="{E113457D-94F9-754C-6449-B09DC1912DF6}"/>
              </a:ext>
            </a:extLst>
          </p:cNvPr>
          <p:cNvSpPr txBox="1"/>
          <p:nvPr/>
        </p:nvSpPr>
        <p:spPr>
          <a:xfrm>
            <a:off x="6147211" y="4085449"/>
            <a:ext cx="2298957" cy="307777"/>
          </a:xfrm>
          <a:prstGeom prst="rect">
            <a:avLst/>
          </a:prstGeom>
          <a:noFill/>
        </p:spPr>
        <p:txBody>
          <a:bodyPr wrap="square" rtlCol="0">
            <a:spAutoFit/>
          </a:bodyPr>
          <a:lstStyle/>
          <a:p>
            <a:pPr algn="ctr"/>
            <a:r>
              <a:rPr lang="ko-KR" altLang="en-US" sz="1400" dirty="0">
                <a:latin typeface="Pretendard Medium" panose="02000603000000020004" pitchFamily="2" charset="-127"/>
                <a:ea typeface="Pretendard Medium" panose="02000603000000020004" pitchFamily="2" charset="-127"/>
                <a:cs typeface="Pretendard Medium" panose="02000603000000020004" pitchFamily="2" charset="-127"/>
              </a:rPr>
              <a:t>강의자료별 대시보드</a:t>
            </a:r>
          </a:p>
        </p:txBody>
      </p:sp>
      <p:sp>
        <p:nvSpPr>
          <p:cNvPr id="28" name="TextBox 27">
            <a:extLst>
              <a:ext uri="{FF2B5EF4-FFF2-40B4-BE49-F238E27FC236}">
                <a16:creationId xmlns:a16="http://schemas.microsoft.com/office/drawing/2014/main" id="{C53300BE-C775-9A4E-88C2-569826420BD7}"/>
              </a:ext>
            </a:extLst>
          </p:cNvPr>
          <p:cNvSpPr txBox="1"/>
          <p:nvPr/>
        </p:nvSpPr>
        <p:spPr>
          <a:xfrm>
            <a:off x="1569464" y="4613681"/>
            <a:ext cx="6126850" cy="369332"/>
          </a:xfrm>
          <a:prstGeom prst="rect">
            <a:avLst/>
          </a:prstGeom>
          <a:noFill/>
        </p:spPr>
        <p:txBody>
          <a:bodyPr wrap="square" rtlCol="0">
            <a:spAutoFit/>
          </a:bodyPr>
          <a:lstStyle/>
          <a:p>
            <a:r>
              <a:rPr lang="ko-KR" altLang="en-US" dirty="0">
                <a:latin typeface="Pretendard Medium" panose="02000603000000020004" pitchFamily="2" charset="-127"/>
                <a:ea typeface="Pretendard Medium" panose="02000603000000020004" pitchFamily="2" charset="-127"/>
                <a:cs typeface="Pretendard Medium" panose="02000603000000020004" pitchFamily="2" charset="-127"/>
              </a:rPr>
              <a:t>전체 숙련도</a:t>
            </a:r>
            <a:r>
              <a:rPr lang="en-US" altLang="ko-KR" dirty="0">
                <a:latin typeface="Pretendard Medium" panose="02000603000000020004" pitchFamily="2" charset="-127"/>
                <a:ea typeface="Pretendard Medium" panose="02000603000000020004" pitchFamily="2" charset="-127"/>
                <a:cs typeface="Pretendard Medium" panose="02000603000000020004" pitchFamily="2" charset="-127"/>
              </a:rPr>
              <a:t>, </a:t>
            </a:r>
            <a:r>
              <a:rPr lang="ko-KR" altLang="en-US" dirty="0">
                <a:latin typeface="Pretendard Medium" panose="02000603000000020004" pitchFamily="2" charset="-127"/>
                <a:ea typeface="Pretendard Medium" panose="02000603000000020004" pitchFamily="2" charset="-127"/>
                <a:cs typeface="Pretendard Medium" panose="02000603000000020004" pitchFamily="2" charset="-127"/>
              </a:rPr>
              <a:t>키워드별 숙련도</a:t>
            </a:r>
            <a:r>
              <a:rPr lang="en-US" altLang="ko-KR" dirty="0">
                <a:latin typeface="Pretendard Medium" panose="02000603000000020004" pitchFamily="2" charset="-127"/>
                <a:ea typeface="Pretendard Medium" panose="02000603000000020004" pitchFamily="2" charset="-127"/>
                <a:cs typeface="Pretendard Medium" panose="02000603000000020004" pitchFamily="2" charset="-127"/>
              </a:rPr>
              <a:t>, </a:t>
            </a:r>
            <a:r>
              <a:rPr lang="ko-KR" altLang="en-US" dirty="0">
                <a:latin typeface="Pretendard Medium" panose="02000603000000020004" pitchFamily="2" charset="-127"/>
                <a:ea typeface="Pretendard Medium" panose="02000603000000020004" pitchFamily="2" charset="-127"/>
                <a:cs typeface="Pretendard Medium" panose="02000603000000020004" pitchFamily="2" charset="-127"/>
              </a:rPr>
              <a:t>문제 풀이 기록을 확인할 수 있다</a:t>
            </a:r>
          </a:p>
        </p:txBody>
      </p:sp>
    </p:spTree>
    <p:extLst>
      <p:ext uri="{BB962C8B-B14F-4D97-AF65-F5344CB8AC3E}">
        <p14:creationId xmlns:p14="http://schemas.microsoft.com/office/powerpoint/2010/main" val="33864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4" grpId="0" animBg="1"/>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925A-A837-94EA-3009-0CB6BC9986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129FA25-E5E7-0424-1847-E637BD32F268}"/>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a:extLst>
              <a:ext uri="{FF2B5EF4-FFF2-40B4-BE49-F238E27FC236}">
                <a16:creationId xmlns:a16="http://schemas.microsoft.com/office/drawing/2014/main" id="{6F4FCF6C-65DF-0EC2-3CB8-04EC76D37F07}"/>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rPr>
              <a:t>4-5</a:t>
            </a:r>
            <a:endParaRPr lang="en-US" sz="2400" dirty="0"/>
          </a:p>
        </p:txBody>
      </p:sp>
      <p:sp>
        <p:nvSpPr>
          <p:cNvPr id="4" name="Text 2">
            <a:extLst>
              <a:ext uri="{FF2B5EF4-FFF2-40B4-BE49-F238E27FC236}">
                <a16:creationId xmlns:a16="http://schemas.microsoft.com/office/drawing/2014/main" id="{01EBEA23-11FF-5CCD-48A5-50156D4AC574}"/>
              </a:ext>
            </a:extLst>
          </p:cNvPr>
          <p:cNvSpPr/>
          <p:nvPr/>
        </p:nvSpPr>
        <p:spPr>
          <a:xfrm>
            <a:off x="1188720" y="411480"/>
            <a:ext cx="7406640" cy="502920"/>
          </a:xfrm>
          <a:prstGeom prst="rect">
            <a:avLst/>
          </a:prstGeom>
          <a:noFill/>
          <a:ln/>
        </p:spPr>
        <p:txBody>
          <a:bodyPr wrap="square" lIns="0" tIns="0" rIns="0" bIns="0" rtlCol="0" anchor="ctr"/>
          <a:lstStyle/>
          <a:p>
            <a:r>
              <a:rPr lang="en-US" altLang="ko-KR" sz="2800" b="1" dirty="0">
                <a:ea typeface="Calibri" pitchFamily="34" charset="-122"/>
                <a:cs typeface="Calibri" pitchFamily="34" charset="-120"/>
              </a:rPr>
              <a:t>Mastery </a:t>
            </a:r>
            <a:r>
              <a:rPr lang="en-US" altLang="ko-KR" sz="2800" b="1" dirty="0" err="1">
                <a:ea typeface="Calibri" pitchFamily="34" charset="-122"/>
                <a:cs typeface="Calibri" pitchFamily="34" charset="-120"/>
              </a:rPr>
              <a:t>대시보드</a:t>
            </a:r>
            <a:endParaRPr lang="en-US" altLang="ko-KR" sz="2800" dirty="0"/>
          </a:p>
        </p:txBody>
      </p:sp>
      <p:sp>
        <p:nvSpPr>
          <p:cNvPr id="23" name="Shape 21">
            <a:extLst>
              <a:ext uri="{FF2B5EF4-FFF2-40B4-BE49-F238E27FC236}">
                <a16:creationId xmlns:a16="http://schemas.microsoft.com/office/drawing/2014/main" id="{B784F24A-08E3-03A0-8667-529A241E4D22}"/>
              </a:ext>
            </a:extLst>
          </p:cNvPr>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a:extLst>
              <a:ext uri="{FF2B5EF4-FFF2-40B4-BE49-F238E27FC236}">
                <a16:creationId xmlns:a16="http://schemas.microsoft.com/office/drawing/2014/main" id="{D633B49A-6A8D-92E3-E5EF-7AD2F59B7DC8}"/>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ea typeface="Calibri" pitchFamily="34" charset="-122"/>
                <a:cs typeface="Calibri" pitchFamily="34" charset="-120"/>
              </a:rPr>
              <a:t>9</a:t>
            </a:r>
            <a:endParaRPr lang="en-US" sz="1000" dirty="0"/>
          </a:p>
        </p:txBody>
      </p:sp>
      <p:sp>
        <p:nvSpPr>
          <p:cNvPr id="7" name="TextBox 6">
            <a:extLst>
              <a:ext uri="{FF2B5EF4-FFF2-40B4-BE49-F238E27FC236}">
                <a16:creationId xmlns:a16="http://schemas.microsoft.com/office/drawing/2014/main" id="{8794B682-6CA1-FC29-8637-9D39A874CCE7}"/>
              </a:ext>
            </a:extLst>
          </p:cNvPr>
          <p:cNvSpPr txBox="1"/>
          <p:nvPr/>
        </p:nvSpPr>
        <p:spPr>
          <a:xfrm>
            <a:off x="72065" y="954406"/>
            <a:ext cx="5416868" cy="369332"/>
          </a:xfrm>
          <a:prstGeom prst="rect">
            <a:avLst/>
          </a:prstGeom>
          <a:noFill/>
        </p:spPr>
        <p:txBody>
          <a:bodyPr wrap="square" rtlCol="0">
            <a:spAutoFit/>
          </a:bodyPr>
          <a:lstStyle/>
          <a:p>
            <a:r>
              <a:rPr lang="ko-KR" altLang="en-US" dirty="0"/>
              <a:t>키워드별 숙련도</a:t>
            </a:r>
            <a:r>
              <a:rPr lang="en-US" altLang="ko-KR" dirty="0"/>
              <a:t>(Mastery)</a:t>
            </a:r>
            <a:r>
              <a:rPr lang="ko-KR" altLang="en-US" dirty="0"/>
              <a:t>에 따른 문제 난이도 차이</a:t>
            </a:r>
          </a:p>
        </p:txBody>
      </p:sp>
      <p:pic>
        <p:nvPicPr>
          <p:cNvPr id="11" name="그림 10">
            <a:extLst>
              <a:ext uri="{FF2B5EF4-FFF2-40B4-BE49-F238E27FC236}">
                <a16:creationId xmlns:a16="http://schemas.microsoft.com/office/drawing/2014/main" id="{8869FF2F-770D-EF3C-3E66-35820B71E349}"/>
              </a:ext>
            </a:extLst>
          </p:cNvPr>
          <p:cNvPicPr>
            <a:picLocks noChangeAspect="1"/>
          </p:cNvPicPr>
          <p:nvPr/>
        </p:nvPicPr>
        <p:blipFill>
          <a:blip r:embed="rId3"/>
          <a:stretch>
            <a:fillRect/>
          </a:stretch>
        </p:blipFill>
        <p:spPr>
          <a:xfrm>
            <a:off x="5621655" y="167551"/>
            <a:ext cx="2457118" cy="2167830"/>
          </a:xfrm>
          <a:prstGeom prst="rect">
            <a:avLst/>
          </a:prstGeom>
        </p:spPr>
      </p:pic>
      <p:pic>
        <p:nvPicPr>
          <p:cNvPr id="15" name="그림 14">
            <a:extLst>
              <a:ext uri="{FF2B5EF4-FFF2-40B4-BE49-F238E27FC236}">
                <a16:creationId xmlns:a16="http://schemas.microsoft.com/office/drawing/2014/main" id="{04F8D309-3EFB-78B5-3F4A-540A43A9535D}"/>
              </a:ext>
            </a:extLst>
          </p:cNvPr>
          <p:cNvPicPr>
            <a:picLocks noChangeAspect="1"/>
          </p:cNvPicPr>
          <p:nvPr/>
        </p:nvPicPr>
        <p:blipFill>
          <a:blip r:embed="rId4"/>
          <a:stretch>
            <a:fillRect/>
          </a:stretch>
        </p:blipFill>
        <p:spPr>
          <a:xfrm>
            <a:off x="5557837" y="2724884"/>
            <a:ext cx="2528203" cy="2334299"/>
          </a:xfrm>
          <a:prstGeom prst="rect">
            <a:avLst/>
          </a:prstGeom>
        </p:spPr>
      </p:pic>
      <p:cxnSp>
        <p:nvCxnSpPr>
          <p:cNvPr id="19" name="직선 화살표 연결선 18">
            <a:extLst>
              <a:ext uri="{FF2B5EF4-FFF2-40B4-BE49-F238E27FC236}">
                <a16:creationId xmlns:a16="http://schemas.microsoft.com/office/drawing/2014/main" id="{9DC52667-CE2A-1A79-8D93-7B44C908B110}"/>
              </a:ext>
            </a:extLst>
          </p:cNvPr>
          <p:cNvCxnSpPr>
            <a:cxnSpLocks/>
            <a:stCxn id="28" idx="3"/>
            <a:endCxn id="11" idx="1"/>
          </p:cNvCxnSpPr>
          <p:nvPr/>
        </p:nvCxnSpPr>
        <p:spPr>
          <a:xfrm flipV="1">
            <a:off x="4273232" y="1251466"/>
            <a:ext cx="1348423" cy="1146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86D6AE40-26EC-A4FE-942B-7B3FFA8D7F36}"/>
              </a:ext>
            </a:extLst>
          </p:cNvPr>
          <p:cNvCxnSpPr>
            <a:cxnSpLocks/>
            <a:stCxn id="28" idx="3"/>
            <a:endCxn id="15" idx="1"/>
          </p:cNvCxnSpPr>
          <p:nvPr/>
        </p:nvCxnSpPr>
        <p:spPr>
          <a:xfrm>
            <a:off x="4273232" y="2397721"/>
            <a:ext cx="1284605" cy="1494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그림 27">
            <a:extLst>
              <a:ext uri="{FF2B5EF4-FFF2-40B4-BE49-F238E27FC236}">
                <a16:creationId xmlns:a16="http://schemas.microsoft.com/office/drawing/2014/main" id="{BEE48E01-E7F0-3267-30B3-DEBB978FA97E}"/>
              </a:ext>
            </a:extLst>
          </p:cNvPr>
          <p:cNvPicPr>
            <a:picLocks noChangeAspect="1"/>
          </p:cNvPicPr>
          <p:nvPr/>
        </p:nvPicPr>
        <p:blipFill>
          <a:blip r:embed="rId5"/>
          <a:stretch>
            <a:fillRect/>
          </a:stretch>
        </p:blipFill>
        <p:spPr>
          <a:xfrm>
            <a:off x="452411" y="1760917"/>
            <a:ext cx="3820821" cy="1273607"/>
          </a:xfrm>
          <a:prstGeom prst="rect">
            <a:avLst/>
          </a:prstGeom>
        </p:spPr>
      </p:pic>
      <p:sp>
        <p:nvSpPr>
          <p:cNvPr id="29" name="TextBox 28">
            <a:extLst>
              <a:ext uri="{FF2B5EF4-FFF2-40B4-BE49-F238E27FC236}">
                <a16:creationId xmlns:a16="http://schemas.microsoft.com/office/drawing/2014/main" id="{6740FAEB-B3D0-C37C-639F-7BA10D626540}"/>
              </a:ext>
            </a:extLst>
          </p:cNvPr>
          <p:cNvSpPr txBox="1"/>
          <p:nvPr/>
        </p:nvSpPr>
        <p:spPr>
          <a:xfrm>
            <a:off x="5328376" y="2321561"/>
            <a:ext cx="3114761" cy="276999"/>
          </a:xfrm>
          <a:prstGeom prst="rect">
            <a:avLst/>
          </a:prstGeom>
          <a:noFill/>
        </p:spPr>
        <p:txBody>
          <a:bodyPr wrap="square" rtlCol="0">
            <a:spAutoFit/>
          </a:bodyPr>
          <a:lstStyle/>
          <a:p>
            <a:r>
              <a:rPr lang="ko-KR" altLang="en-US" sz="1200" dirty="0">
                <a:latin typeface="Calibri" panose="020F0502020204030204" pitchFamily="34" charset="0"/>
                <a:cs typeface="Calibri" panose="020F0502020204030204" pitchFamily="34" charset="0"/>
              </a:rPr>
              <a:t>약한 키워드에 해당하는 문제는 쉽게 출제</a:t>
            </a:r>
          </a:p>
        </p:txBody>
      </p:sp>
    </p:spTree>
    <p:extLst>
      <p:ext uri="{BB962C8B-B14F-4D97-AF65-F5344CB8AC3E}">
        <p14:creationId xmlns:p14="http://schemas.microsoft.com/office/powerpoint/2010/main" val="323293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B962-9CED-23F7-24B4-5595C961D4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379F4A-585E-039B-AA8A-A3EBC5A73B85}"/>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a:extLst>
              <a:ext uri="{FF2B5EF4-FFF2-40B4-BE49-F238E27FC236}">
                <a16:creationId xmlns:a16="http://schemas.microsoft.com/office/drawing/2014/main" id="{C8DDBDA0-516B-497E-CEDE-E3A43CFFB539}"/>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4-5</a:t>
            </a:r>
            <a:endParaRPr lang="en-US" sz="2400" dirty="0"/>
          </a:p>
        </p:txBody>
      </p:sp>
      <p:sp>
        <p:nvSpPr>
          <p:cNvPr id="4" name="Text 2">
            <a:extLst>
              <a:ext uri="{FF2B5EF4-FFF2-40B4-BE49-F238E27FC236}">
                <a16:creationId xmlns:a16="http://schemas.microsoft.com/office/drawing/2014/main" id="{CF4C385D-85A9-563A-42DC-052531E9A584}"/>
              </a:ext>
            </a:extLst>
          </p:cNvPr>
          <p:cNvSpPr/>
          <p:nvPr/>
        </p:nvSpPr>
        <p:spPr>
          <a:xfrm>
            <a:off x="1188720" y="411480"/>
            <a:ext cx="7406640" cy="502920"/>
          </a:xfrm>
          <a:prstGeom prst="rect">
            <a:avLst/>
          </a:prstGeom>
          <a:noFill/>
          <a:ln/>
        </p:spPr>
        <p:txBody>
          <a:bodyPr wrap="square" lIns="0" tIns="0" rIns="0" bIns="0" rtlCol="0" anchor="ctr"/>
          <a:lstStyle/>
          <a:p>
            <a:r>
              <a:rPr lang="en-US" altLang="ko-KR" sz="2800" b="1" dirty="0">
                <a:latin typeface="Trebuchet MS" panose="020B0603020202020204" pitchFamily="34" charset="0"/>
                <a:ea typeface="Calibri" pitchFamily="34" charset="-122"/>
                <a:cs typeface="Calibri" pitchFamily="34" charset="-120"/>
              </a:rPr>
              <a:t>Mastery </a:t>
            </a:r>
            <a:r>
              <a:rPr lang="en-US" altLang="ko-KR" sz="2800" b="1" dirty="0" err="1">
                <a:latin typeface="Trebuchet MS" panose="020B0603020202020204" pitchFamily="34" charset="0"/>
                <a:ea typeface="Calibri" pitchFamily="34" charset="-122"/>
                <a:cs typeface="Calibri" pitchFamily="34" charset="-120"/>
              </a:rPr>
              <a:t>대시보드</a:t>
            </a:r>
            <a:endParaRPr lang="en-US" altLang="ko-KR" sz="2800" dirty="0">
              <a:latin typeface="Trebuchet MS" panose="020B0603020202020204" pitchFamily="34" charset="0"/>
            </a:endParaRPr>
          </a:p>
        </p:txBody>
      </p:sp>
      <p:sp>
        <p:nvSpPr>
          <p:cNvPr id="23" name="Shape 21">
            <a:extLst>
              <a:ext uri="{FF2B5EF4-FFF2-40B4-BE49-F238E27FC236}">
                <a16:creationId xmlns:a16="http://schemas.microsoft.com/office/drawing/2014/main" id="{60225E1F-F462-D617-A638-448850FC02F7}"/>
              </a:ext>
            </a:extLst>
          </p:cNvPr>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a:extLst>
              <a:ext uri="{FF2B5EF4-FFF2-40B4-BE49-F238E27FC236}">
                <a16:creationId xmlns:a16="http://schemas.microsoft.com/office/drawing/2014/main" id="{0327FA15-AE1D-D2AA-508F-7C8859B43523}"/>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pic>
        <p:nvPicPr>
          <p:cNvPr id="8" name="그림 7" descr="The image shows a Korean language mobile app interface displaying a statistics bar for a Magic State Distillation quiz with a coverage percentage of 76% and a score of 83%.&#10;&#10;AI 생성 콘텐츠는 정확하지 않을 수 있습니다.">
            <a:extLst>
              <a:ext uri="{FF2B5EF4-FFF2-40B4-BE49-F238E27FC236}">
                <a16:creationId xmlns:a16="http://schemas.microsoft.com/office/drawing/2014/main" id="{54C34C4B-0547-3806-CE1B-1AA09A4FDFBE}"/>
              </a:ext>
            </a:extLst>
          </p:cNvPr>
          <p:cNvPicPr>
            <a:picLocks noChangeAspect="1"/>
          </p:cNvPicPr>
          <p:nvPr/>
        </p:nvPicPr>
        <p:blipFill>
          <a:blip r:embed="rId3"/>
          <a:stretch>
            <a:fillRect/>
          </a:stretch>
        </p:blipFill>
        <p:spPr>
          <a:xfrm>
            <a:off x="2956732" y="3204940"/>
            <a:ext cx="1958670" cy="1547885"/>
          </a:xfrm>
          <a:prstGeom prst="rect">
            <a:avLst/>
          </a:prstGeom>
        </p:spPr>
      </p:pic>
      <p:pic>
        <p:nvPicPr>
          <p:cNvPr id="10" name="그림 9" descr="The image shows a mobile device screen displaying a game interface, with a progress bar indicating a magic state distillation game at 62% completion, and a leaderboard showing the player's score as 100% among two previous players.&#10;&#10;AI 생성 콘텐츠는 정확하지 않을 수 있습니다.">
            <a:extLst>
              <a:ext uri="{FF2B5EF4-FFF2-40B4-BE49-F238E27FC236}">
                <a16:creationId xmlns:a16="http://schemas.microsoft.com/office/drawing/2014/main" id="{D2B33BAC-C7BB-E396-667F-51FF2F700F8D}"/>
              </a:ext>
            </a:extLst>
          </p:cNvPr>
          <p:cNvPicPr>
            <a:picLocks noChangeAspect="1"/>
          </p:cNvPicPr>
          <p:nvPr/>
        </p:nvPicPr>
        <p:blipFill>
          <a:blip r:embed="rId4"/>
          <a:stretch>
            <a:fillRect/>
          </a:stretch>
        </p:blipFill>
        <p:spPr>
          <a:xfrm>
            <a:off x="6279566" y="3202352"/>
            <a:ext cx="1906022" cy="1547885"/>
          </a:xfrm>
          <a:prstGeom prst="rect">
            <a:avLst/>
          </a:prstGeom>
        </p:spPr>
      </p:pic>
      <p:pic>
        <p:nvPicPr>
          <p:cNvPr id="12" name="그림 11" descr="(￫ﾧﾞ￬ﾶﾤ)&#10;&#10;AI 생성 콘텐츠는 정확하지 않을 수 있습니다.">
            <a:extLst>
              <a:ext uri="{FF2B5EF4-FFF2-40B4-BE49-F238E27FC236}">
                <a16:creationId xmlns:a16="http://schemas.microsoft.com/office/drawing/2014/main" id="{B4813DC5-FB79-4BDF-8E1B-DAB65C17BC83}"/>
              </a:ext>
            </a:extLst>
          </p:cNvPr>
          <p:cNvPicPr>
            <a:picLocks noChangeAspect="1"/>
          </p:cNvPicPr>
          <p:nvPr/>
        </p:nvPicPr>
        <p:blipFill>
          <a:blip r:embed="rId5"/>
          <a:stretch>
            <a:fillRect/>
          </a:stretch>
        </p:blipFill>
        <p:spPr>
          <a:xfrm>
            <a:off x="5904454" y="1325444"/>
            <a:ext cx="2767618" cy="2267910"/>
          </a:xfrm>
          <a:prstGeom prst="rect">
            <a:avLst/>
          </a:prstGeom>
        </p:spPr>
      </p:pic>
      <p:pic>
        <p:nvPicPr>
          <p:cNvPr id="14" name="그림 13" descr="The document includes multiple questions and answers related to quantum computing, specifically about Magic State Distillation and Magic-State Injection.&#10;&#10;AI 생성 콘텐츠는 정확하지 않을 수 있습니다.">
            <a:extLst>
              <a:ext uri="{FF2B5EF4-FFF2-40B4-BE49-F238E27FC236}">
                <a16:creationId xmlns:a16="http://schemas.microsoft.com/office/drawing/2014/main" id="{DB8395A8-5C80-3F81-0D8F-9EE720FA50CC}"/>
              </a:ext>
            </a:extLst>
          </p:cNvPr>
          <p:cNvPicPr>
            <a:picLocks noChangeAspect="1"/>
          </p:cNvPicPr>
          <p:nvPr/>
        </p:nvPicPr>
        <p:blipFill>
          <a:blip r:embed="rId6"/>
          <a:stretch>
            <a:fillRect/>
          </a:stretch>
        </p:blipFill>
        <p:spPr>
          <a:xfrm>
            <a:off x="2463152" y="1325444"/>
            <a:ext cx="2730594" cy="2267910"/>
          </a:xfrm>
          <a:prstGeom prst="rect">
            <a:avLst/>
          </a:prstGeom>
        </p:spPr>
      </p:pic>
      <p:pic>
        <p:nvPicPr>
          <p:cNvPr id="16" name="그림 15" descr="73.33&#10;&#10;AI 생성 콘텐츠는 정확하지 않을 수 있습니다.">
            <a:extLst>
              <a:ext uri="{FF2B5EF4-FFF2-40B4-BE49-F238E27FC236}">
                <a16:creationId xmlns:a16="http://schemas.microsoft.com/office/drawing/2014/main" id="{32596B5A-CE3B-34D5-E8D8-18EA41E7C845}"/>
              </a:ext>
            </a:extLst>
          </p:cNvPr>
          <p:cNvPicPr>
            <a:picLocks noChangeAspect="1"/>
          </p:cNvPicPr>
          <p:nvPr/>
        </p:nvPicPr>
        <p:blipFill>
          <a:blip r:embed="rId7"/>
          <a:stretch>
            <a:fillRect/>
          </a:stretch>
        </p:blipFill>
        <p:spPr>
          <a:xfrm>
            <a:off x="3197949" y="1291283"/>
            <a:ext cx="1228734" cy="304802"/>
          </a:xfrm>
          <a:prstGeom prst="rect">
            <a:avLst/>
          </a:prstGeom>
        </p:spPr>
      </p:pic>
      <p:pic>
        <p:nvPicPr>
          <p:cNvPr id="18" name="그림 17" descr="The image shows a digital display with the number 453.33 in Korean, suggesting it could be a countdown or a measurement.&#10;&#10;AI 생성 콘텐츠는 정확하지 않을 수 있습니다.">
            <a:extLst>
              <a:ext uri="{FF2B5EF4-FFF2-40B4-BE49-F238E27FC236}">
                <a16:creationId xmlns:a16="http://schemas.microsoft.com/office/drawing/2014/main" id="{DDD1A2AC-95D0-6538-02B5-8760A0996D7F}"/>
              </a:ext>
            </a:extLst>
          </p:cNvPr>
          <p:cNvPicPr>
            <a:picLocks noChangeAspect="1"/>
          </p:cNvPicPr>
          <p:nvPr/>
        </p:nvPicPr>
        <p:blipFill>
          <a:blip r:embed="rId8"/>
          <a:stretch>
            <a:fillRect/>
          </a:stretch>
        </p:blipFill>
        <p:spPr>
          <a:xfrm>
            <a:off x="6613447" y="1280160"/>
            <a:ext cx="1238259" cy="323852"/>
          </a:xfrm>
          <a:prstGeom prst="rect">
            <a:avLst/>
          </a:prstGeom>
        </p:spPr>
      </p:pic>
      <p:pic>
        <p:nvPicPr>
          <p:cNvPr id="20" name="그림 19" descr="The image displays a Korean language interface with various text options and a 0% score for both '￪ﾰﾕ￭ﾕﾜ ￭ﾂﾤ￬ﾛﾌ￫ﾓﾜ' and 'COVERAGE', suggesting an empty or unused feature or tool.&#10;&#10;AI 생성 콘텐츠는 정확하지 않을 수 있습니다.">
            <a:extLst>
              <a:ext uri="{FF2B5EF4-FFF2-40B4-BE49-F238E27FC236}">
                <a16:creationId xmlns:a16="http://schemas.microsoft.com/office/drawing/2014/main" id="{ACACE8A5-8201-08DC-7CBA-30694570FB84}"/>
              </a:ext>
            </a:extLst>
          </p:cNvPr>
          <p:cNvPicPr>
            <a:picLocks noChangeAspect="1"/>
          </p:cNvPicPr>
          <p:nvPr/>
        </p:nvPicPr>
        <p:blipFill>
          <a:blip r:embed="rId9"/>
          <a:stretch>
            <a:fillRect/>
          </a:stretch>
        </p:blipFill>
        <p:spPr>
          <a:xfrm>
            <a:off x="303536" y="2387533"/>
            <a:ext cx="1657076" cy="1149067"/>
          </a:xfrm>
          <a:prstGeom prst="rect">
            <a:avLst/>
          </a:prstGeom>
        </p:spPr>
      </p:pic>
      <p:sp>
        <p:nvSpPr>
          <p:cNvPr id="5" name="TextBox 4">
            <a:extLst>
              <a:ext uri="{FF2B5EF4-FFF2-40B4-BE49-F238E27FC236}">
                <a16:creationId xmlns:a16="http://schemas.microsoft.com/office/drawing/2014/main" id="{ABB4D037-41DC-FA0D-ED64-750B984C5A5F}"/>
              </a:ext>
            </a:extLst>
          </p:cNvPr>
          <p:cNvSpPr txBox="1"/>
          <p:nvPr/>
        </p:nvSpPr>
        <p:spPr>
          <a:xfrm>
            <a:off x="496812" y="894062"/>
            <a:ext cx="6309360" cy="369332"/>
          </a:xfrm>
          <a:prstGeom prst="rect">
            <a:avLst/>
          </a:prstGeom>
          <a:noFill/>
        </p:spPr>
        <p:txBody>
          <a:bodyPr wrap="square" rtlCol="0">
            <a:spAutoFit/>
          </a:bodyPr>
          <a:lstStyle/>
          <a:p>
            <a:r>
              <a:rPr lang="ko-KR" altLang="en-US" dirty="0"/>
              <a:t>숙련도와 함께 문제 난이도 상승 </a:t>
            </a:r>
            <a:r>
              <a:rPr lang="en-US" altLang="ko-KR" dirty="0"/>
              <a:t>=&gt; </a:t>
            </a:r>
            <a:r>
              <a:rPr lang="ko-KR" altLang="en-US" dirty="0"/>
              <a:t>개인화된 학습 가능</a:t>
            </a:r>
          </a:p>
        </p:txBody>
      </p:sp>
      <p:sp>
        <p:nvSpPr>
          <p:cNvPr id="6" name="화살표: 오른쪽 5">
            <a:extLst>
              <a:ext uri="{FF2B5EF4-FFF2-40B4-BE49-F238E27FC236}">
                <a16:creationId xmlns:a16="http://schemas.microsoft.com/office/drawing/2014/main" id="{E55CB855-7BFB-C060-6AF2-B8A31A2F8AB7}"/>
              </a:ext>
            </a:extLst>
          </p:cNvPr>
          <p:cNvSpPr/>
          <p:nvPr/>
        </p:nvSpPr>
        <p:spPr>
          <a:xfrm>
            <a:off x="2042411" y="2715065"/>
            <a:ext cx="269923" cy="15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40889213-D749-0D7C-745F-C2546F064624}"/>
              </a:ext>
            </a:extLst>
          </p:cNvPr>
          <p:cNvSpPr/>
          <p:nvPr/>
        </p:nvSpPr>
        <p:spPr>
          <a:xfrm>
            <a:off x="5394374" y="2683668"/>
            <a:ext cx="269923" cy="15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248CF889-DC4D-B717-0887-311AF287193D}"/>
              </a:ext>
            </a:extLst>
          </p:cNvPr>
          <p:cNvSpPr txBox="1"/>
          <p:nvPr/>
        </p:nvSpPr>
        <p:spPr>
          <a:xfrm>
            <a:off x="3775908" y="4853581"/>
            <a:ext cx="3139473" cy="276999"/>
          </a:xfrm>
          <a:prstGeom prst="rect">
            <a:avLst/>
          </a:prstGeom>
          <a:noFill/>
        </p:spPr>
        <p:txBody>
          <a:bodyPr wrap="square" rtlCol="0">
            <a:spAutoFit/>
          </a:bodyPr>
          <a:lstStyle/>
          <a:p>
            <a:pPr algn="ctr"/>
            <a:r>
              <a:rPr lang="en-US" altLang="ko-KR" sz="1200" dirty="0"/>
              <a:t>Quiz: </a:t>
            </a:r>
            <a:r>
              <a:rPr lang="ko-KR" altLang="en-US" sz="1200" dirty="0"/>
              <a:t>다양한 키워드를 포함하는 것을 우선</a:t>
            </a:r>
          </a:p>
        </p:txBody>
      </p:sp>
      <p:sp>
        <p:nvSpPr>
          <p:cNvPr id="11" name="직사각형 10">
            <a:extLst>
              <a:ext uri="{FF2B5EF4-FFF2-40B4-BE49-F238E27FC236}">
                <a16:creationId xmlns:a16="http://schemas.microsoft.com/office/drawing/2014/main" id="{0210ACBD-2F55-33E1-8D3F-C5059F655F49}"/>
              </a:ext>
            </a:extLst>
          </p:cNvPr>
          <p:cNvSpPr/>
          <p:nvPr/>
        </p:nvSpPr>
        <p:spPr>
          <a:xfrm>
            <a:off x="3473716" y="3968163"/>
            <a:ext cx="354178" cy="474266"/>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65DBAF0F-3D0D-F026-BD6D-A2B7FBAF4DF4}"/>
              </a:ext>
            </a:extLst>
          </p:cNvPr>
          <p:cNvSpPr/>
          <p:nvPr/>
        </p:nvSpPr>
        <p:spPr>
          <a:xfrm>
            <a:off x="6778660" y="3994355"/>
            <a:ext cx="354178" cy="474266"/>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cxnSp>
        <p:nvCxnSpPr>
          <p:cNvPr id="17" name="직선 화살표 연결선 16">
            <a:extLst>
              <a:ext uri="{FF2B5EF4-FFF2-40B4-BE49-F238E27FC236}">
                <a16:creationId xmlns:a16="http://schemas.microsoft.com/office/drawing/2014/main" id="{4A15E1AD-6EA4-5D0C-F4FD-5CFF2BA5DE19}"/>
              </a:ext>
            </a:extLst>
          </p:cNvPr>
          <p:cNvCxnSpPr>
            <a:cxnSpLocks/>
            <a:stCxn id="9" idx="0"/>
          </p:cNvCxnSpPr>
          <p:nvPr/>
        </p:nvCxnSpPr>
        <p:spPr>
          <a:xfrm flipH="1" flipV="1">
            <a:off x="3698322" y="4442429"/>
            <a:ext cx="1647323" cy="4111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직선 화살표 연결선 18">
            <a:extLst>
              <a:ext uri="{FF2B5EF4-FFF2-40B4-BE49-F238E27FC236}">
                <a16:creationId xmlns:a16="http://schemas.microsoft.com/office/drawing/2014/main" id="{164B22DA-2D97-6352-8F5C-73022C456CA1}"/>
              </a:ext>
            </a:extLst>
          </p:cNvPr>
          <p:cNvCxnSpPr>
            <a:cxnSpLocks/>
            <a:stCxn id="9" idx="0"/>
          </p:cNvCxnSpPr>
          <p:nvPr/>
        </p:nvCxnSpPr>
        <p:spPr>
          <a:xfrm flipV="1">
            <a:off x="5345645" y="4468621"/>
            <a:ext cx="1600579" cy="3849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7" name="직사각형 26">
            <a:extLst>
              <a:ext uri="{FF2B5EF4-FFF2-40B4-BE49-F238E27FC236}">
                <a16:creationId xmlns:a16="http://schemas.microsoft.com/office/drawing/2014/main" id="{A555059C-8C9E-B94A-D1B3-FC88F9C1B738}"/>
              </a:ext>
            </a:extLst>
          </p:cNvPr>
          <p:cNvSpPr/>
          <p:nvPr/>
        </p:nvSpPr>
        <p:spPr>
          <a:xfrm>
            <a:off x="3050836" y="3968163"/>
            <a:ext cx="354178" cy="474266"/>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82037998-767E-EE46-8CF8-A81FBD01F588}"/>
              </a:ext>
            </a:extLst>
          </p:cNvPr>
          <p:cNvSpPr/>
          <p:nvPr/>
        </p:nvSpPr>
        <p:spPr>
          <a:xfrm>
            <a:off x="6343680" y="3994355"/>
            <a:ext cx="354178" cy="474266"/>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BEF434CB-6BDB-1258-252C-E9EB501E187E}"/>
              </a:ext>
            </a:extLst>
          </p:cNvPr>
          <p:cNvSpPr/>
          <p:nvPr/>
        </p:nvSpPr>
        <p:spPr>
          <a:xfrm>
            <a:off x="355676" y="3052572"/>
            <a:ext cx="354178" cy="474266"/>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cxnSp>
        <p:nvCxnSpPr>
          <p:cNvPr id="30" name="직선 화살표 연결선 29">
            <a:extLst>
              <a:ext uri="{FF2B5EF4-FFF2-40B4-BE49-F238E27FC236}">
                <a16:creationId xmlns:a16="http://schemas.microsoft.com/office/drawing/2014/main" id="{AF618258-AC94-1563-6F57-E514020D5463}"/>
              </a:ext>
            </a:extLst>
          </p:cNvPr>
          <p:cNvCxnSpPr>
            <a:cxnSpLocks/>
            <a:stCxn id="39" idx="0"/>
          </p:cNvCxnSpPr>
          <p:nvPr/>
        </p:nvCxnSpPr>
        <p:spPr>
          <a:xfrm flipH="1" flipV="1">
            <a:off x="537485" y="3526838"/>
            <a:ext cx="849511" cy="12788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2" name="직선 화살표 연결선 31">
            <a:extLst>
              <a:ext uri="{FF2B5EF4-FFF2-40B4-BE49-F238E27FC236}">
                <a16:creationId xmlns:a16="http://schemas.microsoft.com/office/drawing/2014/main" id="{2F379560-9A8C-D3FC-8872-8D723D7E62BB}"/>
              </a:ext>
            </a:extLst>
          </p:cNvPr>
          <p:cNvCxnSpPr>
            <a:cxnSpLocks/>
            <a:stCxn id="39" idx="0"/>
            <a:endCxn id="27" idx="1"/>
          </p:cNvCxnSpPr>
          <p:nvPr/>
        </p:nvCxnSpPr>
        <p:spPr>
          <a:xfrm flipV="1">
            <a:off x="1386996" y="4205296"/>
            <a:ext cx="1663840" cy="60040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4" name="직선 화살표 연결선 33">
            <a:extLst>
              <a:ext uri="{FF2B5EF4-FFF2-40B4-BE49-F238E27FC236}">
                <a16:creationId xmlns:a16="http://schemas.microsoft.com/office/drawing/2014/main" id="{79F80B3B-3087-9AB2-5926-5A785EB78C85}"/>
              </a:ext>
            </a:extLst>
          </p:cNvPr>
          <p:cNvCxnSpPr>
            <a:cxnSpLocks/>
            <a:stCxn id="39" idx="0"/>
          </p:cNvCxnSpPr>
          <p:nvPr/>
        </p:nvCxnSpPr>
        <p:spPr>
          <a:xfrm flipV="1">
            <a:off x="1386996" y="4213427"/>
            <a:ext cx="4934065" cy="59227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9" name="TextBox 38">
            <a:extLst>
              <a:ext uri="{FF2B5EF4-FFF2-40B4-BE49-F238E27FC236}">
                <a16:creationId xmlns:a16="http://schemas.microsoft.com/office/drawing/2014/main" id="{CD636FC0-59FC-B4F5-0EBB-DC42A3C5381F}"/>
              </a:ext>
            </a:extLst>
          </p:cNvPr>
          <p:cNvSpPr txBox="1"/>
          <p:nvPr/>
        </p:nvSpPr>
        <p:spPr>
          <a:xfrm>
            <a:off x="-182741" y="4805698"/>
            <a:ext cx="3139473" cy="276999"/>
          </a:xfrm>
          <a:prstGeom prst="rect">
            <a:avLst/>
          </a:prstGeom>
          <a:noFill/>
        </p:spPr>
        <p:txBody>
          <a:bodyPr wrap="square" rtlCol="0">
            <a:spAutoFit/>
          </a:bodyPr>
          <a:lstStyle/>
          <a:p>
            <a:pPr algn="ctr"/>
            <a:r>
              <a:rPr lang="ko-KR" altLang="en-US" sz="1200" dirty="0"/>
              <a:t>문제 풀이 결과에 따라 </a:t>
            </a:r>
            <a:r>
              <a:rPr lang="en-US" altLang="ko-KR" sz="1200" dirty="0"/>
              <a:t>Mastery </a:t>
            </a:r>
            <a:r>
              <a:rPr lang="ko-KR" altLang="en-US" sz="1200" dirty="0"/>
              <a:t>업데이트</a:t>
            </a:r>
          </a:p>
        </p:txBody>
      </p:sp>
    </p:spTree>
    <p:extLst>
      <p:ext uri="{BB962C8B-B14F-4D97-AF65-F5344CB8AC3E}">
        <p14:creationId xmlns:p14="http://schemas.microsoft.com/office/powerpoint/2010/main" val="54881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1" grpId="0" animBg="1"/>
      <p:bldP spid="13" grpId="0" animBg="1"/>
      <p:bldP spid="27" grpId="0" animBg="1"/>
      <p:bldP spid="28" grpId="0" animBg="1"/>
      <p:bldP spid="29" grpId="0" animBg="1"/>
      <p:bldP spid="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6C345-0CE4-F361-0C50-29F657402C3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1EF3C4-208D-A416-C94D-D01D5AB882D4}"/>
              </a:ext>
            </a:extLst>
          </p:cNvPr>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a:extLst>
              <a:ext uri="{FF2B5EF4-FFF2-40B4-BE49-F238E27FC236}">
                <a16:creationId xmlns:a16="http://schemas.microsoft.com/office/drawing/2014/main" id="{EEF3AC90-06E8-4F28-C4FE-3E5222C9EE03}"/>
              </a:ext>
            </a:extLst>
          </p:cNvPr>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4-6</a:t>
            </a:r>
            <a:endParaRPr lang="en-US" sz="2400" dirty="0"/>
          </a:p>
        </p:txBody>
      </p:sp>
      <p:sp>
        <p:nvSpPr>
          <p:cNvPr id="4" name="Text 2">
            <a:extLst>
              <a:ext uri="{FF2B5EF4-FFF2-40B4-BE49-F238E27FC236}">
                <a16:creationId xmlns:a16="http://schemas.microsoft.com/office/drawing/2014/main" id="{A2952169-885B-42DC-459F-92BC6FEC71EC}"/>
              </a:ext>
            </a:extLst>
          </p:cNvPr>
          <p:cNvSpPr/>
          <p:nvPr/>
        </p:nvSpPr>
        <p:spPr>
          <a:xfrm>
            <a:off x="1188720" y="411480"/>
            <a:ext cx="7406640" cy="502920"/>
          </a:xfrm>
          <a:prstGeom prst="rect">
            <a:avLst/>
          </a:prstGeom>
          <a:noFill/>
          <a:ln/>
        </p:spPr>
        <p:txBody>
          <a:bodyPr wrap="square" lIns="0" tIns="0" rIns="0" bIns="0" rtlCol="0" anchor="ctr"/>
          <a:lstStyle/>
          <a:p>
            <a:r>
              <a:rPr lang="en-US" altLang="ko-KR" sz="2800" b="1" dirty="0" err="1">
                <a:solidFill>
                  <a:srgbClr val="1E2A38"/>
                </a:solidFill>
                <a:latin typeface="Calibri" pitchFamily="34" charset="0"/>
                <a:ea typeface="Calibri" pitchFamily="34" charset="-122"/>
                <a:cs typeface="Calibri" pitchFamily="34" charset="-120"/>
              </a:rPr>
              <a:t>모의고사</a:t>
            </a:r>
            <a:r>
              <a:rPr lang="en-US" altLang="ko-KR" sz="2800" b="1" dirty="0">
                <a:solidFill>
                  <a:srgbClr val="1E2A38"/>
                </a:solidFill>
                <a:latin typeface="Calibri" pitchFamily="34" charset="0"/>
                <a:ea typeface="Calibri" pitchFamily="34" charset="-122"/>
                <a:cs typeface="Calibri" pitchFamily="34" charset="-120"/>
              </a:rPr>
              <a:t>: </a:t>
            </a:r>
            <a:r>
              <a:rPr lang="en-US" altLang="ko-KR" sz="2800" b="1" dirty="0" err="1">
                <a:solidFill>
                  <a:srgbClr val="1E2A38"/>
                </a:solidFill>
                <a:latin typeface="Calibri" pitchFamily="34" charset="0"/>
                <a:ea typeface="Calibri" pitchFamily="34" charset="-122"/>
                <a:cs typeface="Calibri" pitchFamily="34" charset="-120"/>
              </a:rPr>
              <a:t>취약</a:t>
            </a:r>
            <a:r>
              <a:rPr lang="en-US" altLang="ko-KR" sz="2800" b="1" dirty="0">
                <a:solidFill>
                  <a:srgbClr val="1E2A38"/>
                </a:solidFill>
                <a:latin typeface="Calibri" pitchFamily="34" charset="0"/>
                <a:ea typeface="Calibri" pitchFamily="34" charset="-122"/>
                <a:cs typeface="Calibri" pitchFamily="34" charset="-120"/>
              </a:rPr>
              <a:t> </a:t>
            </a:r>
            <a:r>
              <a:rPr lang="en-US" altLang="ko-KR" sz="2800" b="1" dirty="0" err="1">
                <a:solidFill>
                  <a:srgbClr val="1E2A38"/>
                </a:solidFill>
                <a:latin typeface="Calibri" pitchFamily="34" charset="0"/>
                <a:ea typeface="Calibri" pitchFamily="34" charset="-122"/>
                <a:cs typeface="Calibri" pitchFamily="34" charset="-120"/>
              </a:rPr>
              <a:t>키워드</a:t>
            </a:r>
            <a:r>
              <a:rPr lang="en-US" altLang="ko-KR" sz="2800" b="1" dirty="0">
                <a:solidFill>
                  <a:srgbClr val="1E2A38"/>
                </a:solidFill>
                <a:latin typeface="Calibri" pitchFamily="34" charset="0"/>
                <a:ea typeface="Calibri" pitchFamily="34" charset="-122"/>
                <a:cs typeface="Calibri" pitchFamily="34" charset="-120"/>
              </a:rPr>
              <a:t> </a:t>
            </a:r>
            <a:r>
              <a:rPr lang="en-US" altLang="ko-KR" sz="2800" b="1" dirty="0" err="1">
                <a:solidFill>
                  <a:srgbClr val="1E2A38"/>
                </a:solidFill>
                <a:latin typeface="Calibri" pitchFamily="34" charset="0"/>
                <a:ea typeface="Calibri" pitchFamily="34" charset="-122"/>
                <a:cs typeface="Calibri" pitchFamily="34" charset="-120"/>
              </a:rPr>
              <a:t>반영</a:t>
            </a:r>
            <a:r>
              <a:rPr lang="en-US" altLang="ko-KR" sz="2800" b="1" dirty="0">
                <a:solidFill>
                  <a:srgbClr val="1E2A38"/>
                </a:solidFill>
                <a:latin typeface="Calibri" pitchFamily="34" charset="0"/>
                <a:ea typeface="Calibri" pitchFamily="34" charset="-122"/>
                <a:cs typeface="Calibri" pitchFamily="34" charset="-120"/>
              </a:rPr>
              <a:t> </a:t>
            </a:r>
            <a:r>
              <a:rPr lang="en-US" altLang="ko-KR" sz="2800" b="1" dirty="0" err="1">
                <a:solidFill>
                  <a:srgbClr val="1E2A38"/>
                </a:solidFill>
                <a:latin typeface="Calibri" pitchFamily="34" charset="0"/>
                <a:ea typeface="Calibri" pitchFamily="34" charset="-122"/>
                <a:cs typeface="Calibri" pitchFamily="34" charset="-120"/>
              </a:rPr>
              <a:t>출제</a:t>
            </a:r>
            <a:endParaRPr lang="en-US" altLang="ko-KR" sz="2800" b="1" dirty="0"/>
          </a:p>
        </p:txBody>
      </p:sp>
      <p:sp>
        <p:nvSpPr>
          <p:cNvPr id="23" name="Shape 21">
            <a:extLst>
              <a:ext uri="{FF2B5EF4-FFF2-40B4-BE49-F238E27FC236}">
                <a16:creationId xmlns:a16="http://schemas.microsoft.com/office/drawing/2014/main" id="{3EE6C96E-63B1-DB2C-7438-0E15324EC9FA}"/>
              </a:ext>
            </a:extLst>
          </p:cNvPr>
          <p:cNvSpPr/>
          <p:nvPr/>
        </p:nvSpPr>
        <p:spPr>
          <a:xfrm>
            <a:off x="7726680" y="1280160"/>
            <a:ext cx="0" cy="0"/>
          </a:xfrm>
          <a:prstGeom prst="roundRect">
            <a:avLst/>
          </a:prstGeom>
          <a:solidFill>
            <a:srgbClr val="FFFFFF"/>
          </a:solidFill>
          <a:ln/>
        </p:spPr>
        <p:txBody>
          <a:bodyPr/>
          <a:lstStyle/>
          <a:p>
            <a:endParaRPr lang="ko-KR" altLang="en-US"/>
          </a:p>
        </p:txBody>
      </p:sp>
      <p:sp>
        <p:nvSpPr>
          <p:cNvPr id="25" name="Text 23">
            <a:extLst>
              <a:ext uri="{FF2B5EF4-FFF2-40B4-BE49-F238E27FC236}">
                <a16:creationId xmlns:a16="http://schemas.microsoft.com/office/drawing/2014/main" id="{E981B6DD-F9B4-C979-F861-C1211F20D5C7}"/>
              </a:ext>
            </a:extLst>
          </p:cNvPr>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pic>
        <p:nvPicPr>
          <p:cNvPr id="24" name="그림 23">
            <a:extLst>
              <a:ext uri="{FF2B5EF4-FFF2-40B4-BE49-F238E27FC236}">
                <a16:creationId xmlns:a16="http://schemas.microsoft.com/office/drawing/2014/main" id="{39C4B293-FF82-606B-F7F8-9D8E0D2DC333}"/>
              </a:ext>
            </a:extLst>
          </p:cNvPr>
          <p:cNvPicPr>
            <a:picLocks noChangeAspect="1"/>
          </p:cNvPicPr>
          <p:nvPr/>
        </p:nvPicPr>
        <p:blipFill>
          <a:blip r:embed="rId3"/>
          <a:stretch>
            <a:fillRect/>
          </a:stretch>
        </p:blipFill>
        <p:spPr>
          <a:xfrm>
            <a:off x="4733810" y="1331132"/>
            <a:ext cx="3261328" cy="2940542"/>
          </a:xfrm>
          <a:prstGeom prst="rect">
            <a:avLst/>
          </a:prstGeom>
        </p:spPr>
      </p:pic>
      <p:pic>
        <p:nvPicPr>
          <p:cNvPr id="27" name="그림 26">
            <a:extLst>
              <a:ext uri="{FF2B5EF4-FFF2-40B4-BE49-F238E27FC236}">
                <a16:creationId xmlns:a16="http://schemas.microsoft.com/office/drawing/2014/main" id="{8C0CF27E-42D4-BE04-90E5-ECCD58C784C2}"/>
              </a:ext>
            </a:extLst>
          </p:cNvPr>
          <p:cNvPicPr>
            <a:picLocks noChangeAspect="1"/>
          </p:cNvPicPr>
          <p:nvPr/>
        </p:nvPicPr>
        <p:blipFill>
          <a:blip r:embed="rId4"/>
          <a:stretch>
            <a:fillRect/>
          </a:stretch>
        </p:blipFill>
        <p:spPr>
          <a:xfrm>
            <a:off x="77854" y="945867"/>
            <a:ext cx="3568640" cy="2437054"/>
          </a:xfrm>
          <a:prstGeom prst="rect">
            <a:avLst/>
          </a:prstGeom>
        </p:spPr>
      </p:pic>
      <p:sp>
        <p:nvSpPr>
          <p:cNvPr id="28" name="직사각형 27">
            <a:extLst>
              <a:ext uri="{FF2B5EF4-FFF2-40B4-BE49-F238E27FC236}">
                <a16:creationId xmlns:a16="http://schemas.microsoft.com/office/drawing/2014/main" id="{92B2DFBB-7068-93D7-2E39-256AF7A4011B}"/>
              </a:ext>
            </a:extLst>
          </p:cNvPr>
          <p:cNvSpPr/>
          <p:nvPr/>
        </p:nvSpPr>
        <p:spPr>
          <a:xfrm>
            <a:off x="2339961" y="1331132"/>
            <a:ext cx="1273215" cy="353289"/>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cxnSp>
        <p:nvCxnSpPr>
          <p:cNvPr id="32" name="직선 연결선 31">
            <a:extLst>
              <a:ext uri="{FF2B5EF4-FFF2-40B4-BE49-F238E27FC236}">
                <a16:creationId xmlns:a16="http://schemas.microsoft.com/office/drawing/2014/main" id="{25C3C91B-A67D-7A26-6E01-78303CC56BAE}"/>
              </a:ext>
            </a:extLst>
          </p:cNvPr>
          <p:cNvCxnSpPr/>
          <p:nvPr/>
        </p:nvCxnSpPr>
        <p:spPr>
          <a:xfrm flipH="1">
            <a:off x="814445" y="1684421"/>
            <a:ext cx="1525516" cy="21127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직선 연결선 32">
            <a:extLst>
              <a:ext uri="{FF2B5EF4-FFF2-40B4-BE49-F238E27FC236}">
                <a16:creationId xmlns:a16="http://schemas.microsoft.com/office/drawing/2014/main" id="{E8B0988A-FC32-F1D8-1C7D-D6D868C68CA8}"/>
              </a:ext>
            </a:extLst>
          </p:cNvPr>
          <p:cNvCxnSpPr>
            <a:cxnSpLocks/>
          </p:cNvCxnSpPr>
          <p:nvPr/>
        </p:nvCxnSpPr>
        <p:spPr>
          <a:xfrm flipH="1" flipV="1">
            <a:off x="3628266" y="1702203"/>
            <a:ext cx="368953" cy="193488"/>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화살표: 오른쪽 34">
            <a:extLst>
              <a:ext uri="{FF2B5EF4-FFF2-40B4-BE49-F238E27FC236}">
                <a16:creationId xmlns:a16="http://schemas.microsoft.com/office/drawing/2014/main" id="{EF3C5882-2741-EA94-4B4E-D75A2D3A20A1}"/>
              </a:ext>
            </a:extLst>
          </p:cNvPr>
          <p:cNvSpPr/>
          <p:nvPr/>
        </p:nvSpPr>
        <p:spPr>
          <a:xfrm>
            <a:off x="4127757" y="2846857"/>
            <a:ext cx="403521" cy="2221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7" name="그룹 36">
            <a:extLst>
              <a:ext uri="{FF2B5EF4-FFF2-40B4-BE49-F238E27FC236}">
                <a16:creationId xmlns:a16="http://schemas.microsoft.com/office/drawing/2014/main" id="{5C61A34A-E354-70AB-A41C-B6CE56AFEA83}"/>
              </a:ext>
            </a:extLst>
          </p:cNvPr>
          <p:cNvGrpSpPr/>
          <p:nvPr/>
        </p:nvGrpSpPr>
        <p:grpSpPr>
          <a:xfrm>
            <a:off x="735891" y="1895691"/>
            <a:ext cx="3261328" cy="3198279"/>
            <a:chOff x="735891" y="1895691"/>
            <a:chExt cx="3261328" cy="3361639"/>
          </a:xfrm>
        </p:grpSpPr>
        <p:pic>
          <p:nvPicPr>
            <p:cNvPr id="30" name="그림 29">
              <a:extLst>
                <a:ext uri="{FF2B5EF4-FFF2-40B4-BE49-F238E27FC236}">
                  <a16:creationId xmlns:a16="http://schemas.microsoft.com/office/drawing/2014/main" id="{A5AF70CD-AE78-34E9-1518-1EDCD43ADB90}"/>
                </a:ext>
              </a:extLst>
            </p:cNvPr>
            <p:cNvPicPr>
              <a:picLocks noChangeAspect="1"/>
            </p:cNvPicPr>
            <p:nvPr/>
          </p:nvPicPr>
          <p:blipFill>
            <a:blip r:embed="rId5"/>
            <a:stretch>
              <a:fillRect/>
            </a:stretch>
          </p:blipFill>
          <p:spPr>
            <a:xfrm>
              <a:off x="735891" y="1895691"/>
              <a:ext cx="3261328" cy="3361639"/>
            </a:xfrm>
            <a:prstGeom prst="rect">
              <a:avLst/>
            </a:prstGeom>
          </p:spPr>
        </p:pic>
        <p:pic>
          <p:nvPicPr>
            <p:cNvPr id="36" name="그림 35">
              <a:extLst>
                <a:ext uri="{FF2B5EF4-FFF2-40B4-BE49-F238E27FC236}">
                  <a16:creationId xmlns:a16="http://schemas.microsoft.com/office/drawing/2014/main" id="{DE8C82A1-FF9A-185F-83EE-7DB0CB54775C}"/>
                </a:ext>
              </a:extLst>
            </p:cNvPr>
            <p:cNvPicPr>
              <a:picLocks noChangeAspect="1"/>
            </p:cNvPicPr>
            <p:nvPr/>
          </p:nvPicPr>
          <p:blipFill>
            <a:blip r:embed="rId6"/>
            <a:stretch>
              <a:fillRect/>
            </a:stretch>
          </p:blipFill>
          <p:spPr>
            <a:xfrm>
              <a:off x="863987" y="2327238"/>
              <a:ext cx="3109379" cy="750834"/>
            </a:xfrm>
            <a:prstGeom prst="rect">
              <a:avLst/>
            </a:prstGeom>
          </p:spPr>
        </p:pic>
      </p:grpSp>
      <p:sp>
        <p:nvSpPr>
          <p:cNvPr id="39" name="직사각형 38">
            <a:extLst>
              <a:ext uri="{FF2B5EF4-FFF2-40B4-BE49-F238E27FC236}">
                <a16:creationId xmlns:a16="http://schemas.microsoft.com/office/drawing/2014/main" id="{31CACC71-E684-6947-713C-5A6DCB723D18}"/>
              </a:ext>
            </a:extLst>
          </p:cNvPr>
          <p:cNvSpPr/>
          <p:nvPr/>
        </p:nvSpPr>
        <p:spPr>
          <a:xfrm>
            <a:off x="1338351" y="2726196"/>
            <a:ext cx="1435805" cy="209886"/>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40" name="직사각형 39">
            <a:extLst>
              <a:ext uri="{FF2B5EF4-FFF2-40B4-BE49-F238E27FC236}">
                <a16:creationId xmlns:a16="http://schemas.microsoft.com/office/drawing/2014/main" id="{9D261407-D5F6-A97A-E742-54826AD399E8}"/>
              </a:ext>
            </a:extLst>
          </p:cNvPr>
          <p:cNvSpPr/>
          <p:nvPr/>
        </p:nvSpPr>
        <p:spPr>
          <a:xfrm>
            <a:off x="5037684" y="1873708"/>
            <a:ext cx="1004341" cy="117017"/>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41" name="직사각형 40">
            <a:extLst>
              <a:ext uri="{FF2B5EF4-FFF2-40B4-BE49-F238E27FC236}">
                <a16:creationId xmlns:a16="http://schemas.microsoft.com/office/drawing/2014/main" id="{B24C9FB7-641B-6D99-3986-5055FDE164D8}"/>
              </a:ext>
            </a:extLst>
          </p:cNvPr>
          <p:cNvSpPr/>
          <p:nvPr/>
        </p:nvSpPr>
        <p:spPr>
          <a:xfrm>
            <a:off x="5050384" y="3140533"/>
            <a:ext cx="967829" cy="117017"/>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1A1F698E-36BE-BB38-FAFD-F3701CF25334}"/>
              </a:ext>
            </a:extLst>
          </p:cNvPr>
          <p:cNvSpPr txBox="1"/>
          <p:nvPr/>
        </p:nvSpPr>
        <p:spPr>
          <a:xfrm>
            <a:off x="4616424" y="4407358"/>
            <a:ext cx="3830855" cy="276999"/>
          </a:xfrm>
          <a:prstGeom prst="rect">
            <a:avLst/>
          </a:prstGeom>
          <a:noFill/>
        </p:spPr>
        <p:txBody>
          <a:bodyPr wrap="square" rtlCol="0">
            <a:spAutoFit/>
          </a:bodyPr>
          <a:lstStyle/>
          <a:p>
            <a:r>
              <a:rPr lang="ko-KR" altLang="en-US" sz="1200" dirty="0">
                <a:latin typeface="Calibri" panose="020F0502020204030204" pitchFamily="34" charset="0"/>
                <a:cs typeface="Calibri" panose="020F0502020204030204" pitchFamily="34" charset="0"/>
              </a:rPr>
              <a:t>숙련도를 고려하여</a:t>
            </a:r>
            <a:r>
              <a:rPr lang="en-US" altLang="ko-KR" sz="1200" dirty="0">
                <a:latin typeface="Calibri" panose="020F0502020204030204" pitchFamily="34" charset="0"/>
                <a:ea typeface="Calibri" panose="020F0502020204030204" pitchFamily="34" charset="0"/>
                <a:cs typeface="Calibri" panose="020F0502020204030204" pitchFamily="34" charset="0"/>
              </a:rPr>
              <a:t>, </a:t>
            </a:r>
            <a:r>
              <a:rPr lang="ko-KR" altLang="en-US" sz="1200" dirty="0">
                <a:latin typeface="Calibri" panose="020F0502020204030204" pitchFamily="34" charset="0"/>
                <a:cs typeface="Calibri" panose="020F0502020204030204" pitchFamily="34" charset="0"/>
              </a:rPr>
              <a:t>취약 키워드 위주로 문제 출제</a:t>
            </a:r>
          </a:p>
        </p:txBody>
      </p:sp>
    </p:spTree>
    <p:extLst>
      <p:ext uri="{BB962C8B-B14F-4D97-AF65-F5344CB8AC3E}">
        <p14:creationId xmlns:p14="http://schemas.microsoft.com/office/powerpoint/2010/main" val="33940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5" grpId="0" animBg="1"/>
      <p:bldP spid="39" grpId="0" animBg="1"/>
      <p:bldP spid="40" grpId="0" animBg="1"/>
      <p:bldP spid="41" grpId="0" animBg="1"/>
      <p:bldP spid="42"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5</a:t>
            </a:r>
            <a:endParaRPr lang="en-US" sz="2400" dirty="0"/>
          </a:p>
        </p:txBody>
      </p:sp>
      <p:sp>
        <p:nvSpPr>
          <p:cNvPr id="4" name="Text 2"/>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700" b="1" dirty="0">
                <a:solidFill>
                  <a:srgbClr val="1E2A38"/>
                </a:solidFill>
                <a:latin typeface="Trebuchet MS" pitchFamily="34" charset="0"/>
                <a:ea typeface="Trebuchet MS" pitchFamily="34" charset="-122"/>
                <a:cs typeface="Trebuchet MS" pitchFamily="34" charset="-120"/>
              </a:rPr>
              <a:t>테스트</a:t>
            </a:r>
            <a:endParaRPr lang="en-US" sz="2700" dirty="0"/>
          </a:p>
        </p:txBody>
      </p:sp>
      <p:sp>
        <p:nvSpPr>
          <p:cNvPr id="5" name="Shape 3"/>
          <p:cNvSpPr/>
          <p:nvPr/>
        </p:nvSpPr>
        <p:spPr>
          <a:xfrm>
            <a:off x="548640" y="1371600"/>
            <a:ext cx="2514600" cy="2651760"/>
          </a:xfrm>
          <a:prstGeom prst="roundRect">
            <a:avLst>
              <a:gd name="adj" fmla="val 2182"/>
            </a:avLst>
          </a:prstGeom>
          <a:solidFill>
            <a:srgbClr val="FFFFFF"/>
          </a:solidFill>
          <a:ln w="12700">
            <a:solidFill>
              <a:srgbClr val="D5DEE2"/>
            </a:solidFill>
            <a:prstDash val="solid"/>
          </a:ln>
          <a:effectLst>
            <a:outerShdw blurRad="63500" dist="25400" dir="8100000" algn="bl" rotWithShape="0">
              <a:srgbClr val="000000">
                <a:alpha val="12000"/>
              </a:srgbClr>
            </a:outerShdw>
          </a:effectLst>
        </p:spPr>
        <p:txBody>
          <a:bodyPr/>
          <a:lstStyle/>
          <a:p>
            <a:endParaRPr lang="ko-KR" altLang="en-US"/>
          </a:p>
        </p:txBody>
      </p:sp>
      <p:sp>
        <p:nvSpPr>
          <p:cNvPr id="6" name="Shape 4"/>
          <p:cNvSpPr/>
          <p:nvPr/>
        </p:nvSpPr>
        <p:spPr>
          <a:xfrm>
            <a:off x="548640" y="1371600"/>
            <a:ext cx="2514600" cy="457200"/>
          </a:xfrm>
          <a:prstGeom prst="rect">
            <a:avLst/>
          </a:prstGeom>
          <a:solidFill>
            <a:srgbClr val="12243B"/>
          </a:solidFill>
          <a:ln/>
        </p:spPr>
        <p:txBody>
          <a:bodyPr/>
          <a:lstStyle/>
          <a:p>
            <a:endParaRPr lang="ko-KR" altLang="en-US"/>
          </a:p>
        </p:txBody>
      </p:sp>
      <p:sp>
        <p:nvSpPr>
          <p:cNvPr id="7" name="Text 5"/>
          <p:cNvSpPr/>
          <p:nvPr/>
        </p:nvSpPr>
        <p:spPr>
          <a:xfrm>
            <a:off x="548640" y="1371600"/>
            <a:ext cx="25146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Unit</a:t>
            </a:r>
            <a:endParaRPr lang="en-US" sz="1500" dirty="0"/>
          </a:p>
        </p:txBody>
      </p:sp>
      <p:sp>
        <p:nvSpPr>
          <p:cNvPr id="8" name="Text 6"/>
          <p:cNvSpPr/>
          <p:nvPr/>
        </p:nvSpPr>
        <p:spPr>
          <a:xfrm>
            <a:off x="713232" y="1965960"/>
            <a:ext cx="2194560" cy="548640"/>
          </a:xfrm>
          <a:prstGeom prst="rect">
            <a:avLst/>
          </a:prstGeom>
          <a:noFill/>
          <a:ln/>
        </p:spPr>
        <p:txBody>
          <a:bodyPr wrap="square" rtlCol="0" anchor="t"/>
          <a:lstStyle/>
          <a:p>
            <a:pPr marL="0" indent="0">
              <a:buNone/>
            </a:pPr>
            <a:r>
              <a:rPr lang="en-US" sz="1250" b="1" dirty="0">
                <a:solidFill>
                  <a:srgbClr val="1E2A38"/>
                </a:solidFill>
                <a:latin typeface="Calibri" pitchFamily="34" charset="0"/>
                <a:ea typeface="Calibri" pitchFamily="34" charset="-122"/>
                <a:cs typeface="Calibri" pitchFamily="34" charset="-120"/>
              </a:rPr>
              <a:t>개별 함수·컴포넌트·서비스 단위</a:t>
            </a:r>
            <a:endParaRPr lang="en-US" sz="1250" dirty="0"/>
          </a:p>
        </p:txBody>
      </p:sp>
      <p:sp>
        <p:nvSpPr>
          <p:cNvPr id="9" name="Text 7"/>
          <p:cNvSpPr/>
          <p:nvPr/>
        </p:nvSpPr>
        <p:spPr>
          <a:xfrm>
            <a:off x="713232" y="2560320"/>
            <a:ext cx="2194560" cy="1325880"/>
          </a:xfrm>
          <a:prstGeom prst="rect">
            <a:avLst/>
          </a:prstGeom>
          <a:noFill/>
          <a:ln/>
        </p:spPr>
        <p:txBody>
          <a:bodyPr wrap="square" rtlCol="0" anchor="t"/>
          <a:lstStyle/>
          <a:p>
            <a:pPr marL="0" indent="0">
              <a:buNone/>
            </a:pPr>
            <a:r>
              <a:rPr lang="en-US" sz="1100" dirty="0">
                <a:solidFill>
                  <a:srgbClr val="5B6B7B"/>
                </a:solidFill>
                <a:latin typeface="Calibri" pitchFamily="34" charset="0"/>
                <a:ea typeface="Calibri" pitchFamily="34" charset="-122"/>
                <a:cs typeface="Calibri" pitchFamily="34" charset="-120"/>
              </a:rPr>
              <a:t>PDF 형식 검증, 퀴즈 결과 파싱, 답안 정답 판단, mastery 갱신 로직</a:t>
            </a:r>
            <a:endParaRPr lang="en-US" sz="1100" dirty="0"/>
          </a:p>
        </p:txBody>
      </p:sp>
      <p:sp>
        <p:nvSpPr>
          <p:cNvPr id="10" name="Shape 8"/>
          <p:cNvSpPr/>
          <p:nvPr/>
        </p:nvSpPr>
        <p:spPr>
          <a:xfrm>
            <a:off x="3264408" y="1371600"/>
            <a:ext cx="2514600" cy="2651760"/>
          </a:xfrm>
          <a:prstGeom prst="roundRect">
            <a:avLst>
              <a:gd name="adj" fmla="val 2182"/>
            </a:avLst>
          </a:prstGeom>
          <a:solidFill>
            <a:srgbClr val="FFFFFF"/>
          </a:solidFill>
          <a:ln w="12700">
            <a:solidFill>
              <a:srgbClr val="D5DEE2"/>
            </a:solidFill>
            <a:prstDash val="solid"/>
          </a:ln>
          <a:effectLst>
            <a:outerShdw blurRad="63500" dist="25400" dir="8100000" algn="bl" rotWithShape="0">
              <a:srgbClr val="000000">
                <a:alpha val="12000"/>
              </a:srgbClr>
            </a:outerShdw>
          </a:effectLst>
        </p:spPr>
        <p:txBody>
          <a:bodyPr/>
          <a:lstStyle/>
          <a:p>
            <a:endParaRPr lang="ko-KR" altLang="en-US"/>
          </a:p>
        </p:txBody>
      </p:sp>
      <p:sp>
        <p:nvSpPr>
          <p:cNvPr id="11" name="Shape 9"/>
          <p:cNvSpPr/>
          <p:nvPr/>
        </p:nvSpPr>
        <p:spPr>
          <a:xfrm>
            <a:off x="3264408" y="1371600"/>
            <a:ext cx="2514600" cy="457200"/>
          </a:xfrm>
          <a:prstGeom prst="rect">
            <a:avLst/>
          </a:prstGeom>
          <a:solidFill>
            <a:srgbClr val="12243B"/>
          </a:solidFill>
          <a:ln/>
        </p:spPr>
        <p:txBody>
          <a:bodyPr/>
          <a:lstStyle/>
          <a:p>
            <a:endParaRPr lang="ko-KR" altLang="en-US"/>
          </a:p>
        </p:txBody>
      </p:sp>
      <p:sp>
        <p:nvSpPr>
          <p:cNvPr id="12" name="Text 10"/>
          <p:cNvSpPr/>
          <p:nvPr/>
        </p:nvSpPr>
        <p:spPr>
          <a:xfrm>
            <a:off x="3264408" y="1371600"/>
            <a:ext cx="25146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Integration</a:t>
            </a:r>
            <a:endParaRPr lang="en-US" sz="1500" dirty="0"/>
          </a:p>
        </p:txBody>
      </p:sp>
      <p:sp>
        <p:nvSpPr>
          <p:cNvPr id="13" name="Text 11"/>
          <p:cNvSpPr/>
          <p:nvPr/>
        </p:nvSpPr>
        <p:spPr>
          <a:xfrm>
            <a:off x="3429000" y="1965960"/>
            <a:ext cx="2194560" cy="548640"/>
          </a:xfrm>
          <a:prstGeom prst="rect">
            <a:avLst/>
          </a:prstGeom>
          <a:noFill/>
          <a:ln/>
        </p:spPr>
        <p:txBody>
          <a:bodyPr wrap="square" rtlCol="0" anchor="t"/>
          <a:lstStyle/>
          <a:p>
            <a:pPr marL="0" indent="0">
              <a:buNone/>
            </a:pPr>
            <a:r>
              <a:rPr lang="en-US" sz="1250" b="1" dirty="0">
                <a:solidFill>
                  <a:srgbClr val="1E2A38"/>
                </a:solidFill>
                <a:latin typeface="Calibri" pitchFamily="34" charset="0"/>
                <a:ea typeface="Calibri" pitchFamily="34" charset="-122"/>
                <a:cs typeface="Calibri" pitchFamily="34" charset="-120"/>
              </a:rPr>
              <a:t>모듈 + DB + 외부 API 연계</a:t>
            </a:r>
            <a:endParaRPr lang="en-US" sz="1250" dirty="0"/>
          </a:p>
        </p:txBody>
      </p:sp>
      <p:sp>
        <p:nvSpPr>
          <p:cNvPr id="14" name="Text 12"/>
          <p:cNvSpPr/>
          <p:nvPr/>
        </p:nvSpPr>
        <p:spPr>
          <a:xfrm>
            <a:off x="3429000" y="2560320"/>
            <a:ext cx="2194560" cy="1325880"/>
          </a:xfrm>
          <a:prstGeom prst="rect">
            <a:avLst/>
          </a:prstGeom>
          <a:noFill/>
          <a:ln/>
        </p:spPr>
        <p:txBody>
          <a:bodyPr wrap="square" rtlCol="0" anchor="t"/>
          <a:lstStyle/>
          <a:p>
            <a:pPr marL="0" indent="0">
              <a:buNone/>
            </a:pPr>
            <a:r>
              <a:rPr lang="en-US" sz="1100" dirty="0">
                <a:solidFill>
                  <a:srgbClr val="5B6B7B"/>
                </a:solidFill>
                <a:latin typeface="Calibri" pitchFamily="34" charset="0"/>
                <a:ea typeface="Calibri" pitchFamily="34" charset="-122"/>
                <a:cs typeface="Calibri" pitchFamily="34" charset="-120"/>
              </a:rPr>
              <a:t>과목 생성→저장→목록 반영, PDF 업로드→텍스트 추출→키워드 저장</a:t>
            </a:r>
            <a:endParaRPr lang="en-US" sz="1100" dirty="0"/>
          </a:p>
        </p:txBody>
      </p:sp>
      <p:sp>
        <p:nvSpPr>
          <p:cNvPr id="15" name="Shape 13"/>
          <p:cNvSpPr/>
          <p:nvPr/>
        </p:nvSpPr>
        <p:spPr>
          <a:xfrm>
            <a:off x="5980176" y="1371600"/>
            <a:ext cx="2514600" cy="2651760"/>
          </a:xfrm>
          <a:prstGeom prst="roundRect">
            <a:avLst>
              <a:gd name="adj" fmla="val 2182"/>
            </a:avLst>
          </a:prstGeom>
          <a:solidFill>
            <a:srgbClr val="FFFFFF"/>
          </a:solidFill>
          <a:ln w="12700">
            <a:solidFill>
              <a:srgbClr val="D5DEE2"/>
            </a:solidFill>
            <a:prstDash val="solid"/>
          </a:ln>
          <a:effectLst>
            <a:outerShdw blurRad="63500" dist="25400" dir="8100000" algn="bl" rotWithShape="0">
              <a:srgbClr val="000000">
                <a:alpha val="12000"/>
              </a:srgbClr>
            </a:outerShdw>
          </a:effectLst>
        </p:spPr>
        <p:txBody>
          <a:bodyPr/>
          <a:lstStyle/>
          <a:p>
            <a:endParaRPr lang="ko-KR" altLang="en-US"/>
          </a:p>
        </p:txBody>
      </p:sp>
      <p:sp>
        <p:nvSpPr>
          <p:cNvPr id="16" name="Shape 14"/>
          <p:cNvSpPr/>
          <p:nvPr/>
        </p:nvSpPr>
        <p:spPr>
          <a:xfrm>
            <a:off x="5980176" y="1371600"/>
            <a:ext cx="2514600" cy="457200"/>
          </a:xfrm>
          <a:prstGeom prst="rect">
            <a:avLst/>
          </a:prstGeom>
          <a:solidFill>
            <a:srgbClr val="12243B"/>
          </a:solidFill>
          <a:ln/>
        </p:spPr>
        <p:txBody>
          <a:bodyPr/>
          <a:lstStyle/>
          <a:p>
            <a:endParaRPr lang="ko-KR" altLang="en-US"/>
          </a:p>
        </p:txBody>
      </p:sp>
      <p:sp>
        <p:nvSpPr>
          <p:cNvPr id="17" name="Text 15"/>
          <p:cNvSpPr/>
          <p:nvPr/>
        </p:nvSpPr>
        <p:spPr>
          <a:xfrm>
            <a:off x="5980176" y="1371600"/>
            <a:ext cx="25146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E2E</a:t>
            </a:r>
            <a:endParaRPr lang="en-US" sz="1500" dirty="0"/>
          </a:p>
        </p:txBody>
      </p:sp>
      <p:sp>
        <p:nvSpPr>
          <p:cNvPr id="18" name="Text 16"/>
          <p:cNvSpPr/>
          <p:nvPr/>
        </p:nvSpPr>
        <p:spPr>
          <a:xfrm>
            <a:off x="6144768" y="1965960"/>
            <a:ext cx="2194560" cy="548640"/>
          </a:xfrm>
          <a:prstGeom prst="rect">
            <a:avLst/>
          </a:prstGeom>
          <a:noFill/>
          <a:ln/>
        </p:spPr>
        <p:txBody>
          <a:bodyPr wrap="square" rtlCol="0" anchor="t"/>
          <a:lstStyle/>
          <a:p>
            <a:pPr marL="0" indent="0">
              <a:buNone/>
            </a:pPr>
            <a:r>
              <a:rPr lang="en-US" sz="1250" b="1" dirty="0">
                <a:solidFill>
                  <a:srgbClr val="1E2A38"/>
                </a:solidFill>
                <a:latin typeface="Calibri" pitchFamily="34" charset="0"/>
                <a:ea typeface="Calibri" pitchFamily="34" charset="-122"/>
                <a:cs typeface="Calibri" pitchFamily="34" charset="-120"/>
              </a:rPr>
              <a:t>전체 사용자 흐름</a:t>
            </a:r>
            <a:endParaRPr lang="en-US" sz="1250" dirty="0"/>
          </a:p>
        </p:txBody>
      </p:sp>
      <p:sp>
        <p:nvSpPr>
          <p:cNvPr id="19" name="Text 17"/>
          <p:cNvSpPr/>
          <p:nvPr/>
        </p:nvSpPr>
        <p:spPr>
          <a:xfrm>
            <a:off x="6144768" y="2560320"/>
            <a:ext cx="2194560" cy="1325880"/>
          </a:xfrm>
          <a:prstGeom prst="rect">
            <a:avLst/>
          </a:prstGeom>
          <a:noFill/>
          <a:ln/>
        </p:spPr>
        <p:txBody>
          <a:bodyPr wrap="square" rtlCol="0" anchor="t"/>
          <a:lstStyle/>
          <a:p>
            <a:pPr marL="0" indent="0">
              <a:buNone/>
            </a:pPr>
            <a:r>
              <a:rPr lang="en-US" sz="1100" dirty="0">
                <a:solidFill>
                  <a:srgbClr val="5B6B7B"/>
                </a:solidFill>
                <a:latin typeface="Calibri" pitchFamily="34" charset="0"/>
                <a:ea typeface="Calibri" pitchFamily="34" charset="-122"/>
                <a:cs typeface="Calibri" pitchFamily="34" charset="-120"/>
              </a:rPr>
              <a:t>로그인부터 대시보드 조회까지 한 흐름으로 검증</a:t>
            </a:r>
            <a:endParaRPr lang="en-US" sz="1100" dirty="0"/>
          </a:p>
        </p:txBody>
      </p:sp>
      <p:sp>
        <p:nvSpPr>
          <p:cNvPr id="20" name="Text 18"/>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roundRect">
            <a:avLst>
              <a:gd name="adj" fmla="val 14545"/>
            </a:avLst>
          </a:prstGeom>
          <a:solidFill>
            <a:srgbClr val="0E8F8F"/>
          </a:solidFill>
          <a:ln/>
        </p:spPr>
        <p:txBody>
          <a:bodyPr/>
          <a:lstStyle/>
          <a:p>
            <a:endParaRPr lang="ko-KR" altLang="en-US"/>
          </a:p>
        </p:txBody>
      </p:sp>
      <p:sp>
        <p:nvSpPr>
          <p:cNvPr id="3" name="Text 1"/>
          <p:cNvSpPr/>
          <p:nvPr/>
        </p:nvSpPr>
        <p:spPr>
          <a:xfrm>
            <a:off x="548640" y="4114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rPr>
              <a:t>6</a:t>
            </a:r>
            <a:endParaRPr lang="en-US" sz="2400" dirty="0"/>
          </a:p>
        </p:txBody>
      </p:sp>
      <p:sp>
        <p:nvSpPr>
          <p:cNvPr id="4" name="Text 2"/>
          <p:cNvSpPr/>
          <p:nvPr/>
        </p:nvSpPr>
        <p:spPr>
          <a:xfrm>
            <a:off x="1188720" y="411480"/>
            <a:ext cx="7406640" cy="502920"/>
          </a:xfrm>
          <a:prstGeom prst="rect">
            <a:avLst/>
          </a:prstGeom>
          <a:noFill/>
          <a:ln/>
        </p:spPr>
        <p:txBody>
          <a:bodyPr wrap="square" lIns="0" tIns="0" rIns="0" bIns="0" rtlCol="0" anchor="ctr"/>
          <a:lstStyle/>
          <a:p>
            <a:pPr marL="0" indent="0" algn="l">
              <a:buNone/>
            </a:pPr>
            <a:r>
              <a:rPr lang="en-US" sz="2700" b="1" dirty="0">
                <a:solidFill>
                  <a:srgbClr val="1E2A38"/>
                </a:solidFill>
                <a:latin typeface="Trebuchet MS" pitchFamily="34" charset="0"/>
                <a:ea typeface="Trebuchet MS" pitchFamily="34" charset="-122"/>
                <a:cs typeface="Trebuchet MS" pitchFamily="34" charset="-120"/>
              </a:rPr>
              <a:t>개발 일정 · 역할 분담</a:t>
            </a:r>
            <a:endParaRPr lang="en-US" sz="2700" dirty="0"/>
          </a:p>
        </p:txBody>
      </p:sp>
      <p:sp>
        <p:nvSpPr>
          <p:cNvPr id="5" name="Shape 3"/>
          <p:cNvSpPr/>
          <p:nvPr/>
        </p:nvSpPr>
        <p:spPr>
          <a:xfrm>
            <a:off x="548640" y="1325880"/>
            <a:ext cx="1874520" cy="914400"/>
          </a:xfrm>
          <a:prstGeom prst="roundRect">
            <a:avLst>
              <a:gd name="adj" fmla="val 6000"/>
            </a:avLst>
          </a:prstGeom>
          <a:solidFill>
            <a:srgbClr val="EEF3F5"/>
          </a:solidFill>
          <a:ln/>
        </p:spPr>
        <p:txBody>
          <a:bodyPr/>
          <a:lstStyle/>
          <a:p>
            <a:endParaRPr lang="ko-KR" altLang="en-US"/>
          </a:p>
        </p:txBody>
      </p:sp>
      <p:sp>
        <p:nvSpPr>
          <p:cNvPr id="6" name="Text 4"/>
          <p:cNvSpPr/>
          <p:nvPr/>
        </p:nvSpPr>
        <p:spPr>
          <a:xfrm>
            <a:off x="548640" y="1417320"/>
            <a:ext cx="1874520" cy="365760"/>
          </a:xfrm>
          <a:prstGeom prst="rect">
            <a:avLst/>
          </a:prstGeom>
          <a:noFill/>
          <a:ln/>
        </p:spPr>
        <p:txBody>
          <a:bodyPr wrap="square" lIns="0" tIns="0" rIns="0" bIns="0" rtlCol="0" anchor="ctr"/>
          <a:lstStyle/>
          <a:p>
            <a:pPr marL="0" indent="0" algn="ctr">
              <a:buNone/>
            </a:pPr>
            <a:r>
              <a:rPr lang="en-US" sz="1400" b="1" dirty="0">
                <a:solidFill>
                  <a:srgbClr val="1E2A38"/>
                </a:solidFill>
                <a:latin typeface="Calibri" pitchFamily="34" charset="0"/>
                <a:ea typeface="Calibri" pitchFamily="34" charset="-122"/>
                <a:cs typeface="Calibri" pitchFamily="34" charset="-120"/>
              </a:rPr>
              <a:t>고태호</a:t>
            </a:r>
            <a:endParaRPr lang="en-US" sz="1400" dirty="0"/>
          </a:p>
        </p:txBody>
      </p:sp>
      <p:sp>
        <p:nvSpPr>
          <p:cNvPr id="7" name="Text 5"/>
          <p:cNvSpPr/>
          <p:nvPr/>
        </p:nvSpPr>
        <p:spPr>
          <a:xfrm>
            <a:off x="548640" y="1783080"/>
            <a:ext cx="1874520" cy="365760"/>
          </a:xfrm>
          <a:prstGeom prst="rect">
            <a:avLst/>
          </a:prstGeom>
          <a:noFill/>
          <a:ln/>
        </p:spPr>
        <p:txBody>
          <a:bodyPr wrap="square" lIns="0" tIns="0" rIns="0" bIns="0" rtlCol="0" anchor="ctr"/>
          <a:lstStyle/>
          <a:p>
            <a:pPr marL="0" indent="0" algn="ctr">
              <a:buNone/>
            </a:pPr>
            <a:r>
              <a:rPr lang="en-US" sz="1150" dirty="0">
                <a:solidFill>
                  <a:srgbClr val="0E8F8F"/>
                </a:solidFill>
                <a:latin typeface="Calibri" pitchFamily="34" charset="0"/>
                <a:ea typeface="Calibri" pitchFamily="34" charset="-122"/>
                <a:cs typeface="Calibri" pitchFamily="34" charset="-120"/>
              </a:rPr>
              <a:t>문서</a:t>
            </a:r>
            <a:endParaRPr lang="en-US" sz="1150" dirty="0"/>
          </a:p>
        </p:txBody>
      </p:sp>
      <p:sp>
        <p:nvSpPr>
          <p:cNvPr id="8" name="Shape 6"/>
          <p:cNvSpPr/>
          <p:nvPr/>
        </p:nvSpPr>
        <p:spPr>
          <a:xfrm>
            <a:off x="2583180" y="1325880"/>
            <a:ext cx="1874520" cy="914400"/>
          </a:xfrm>
          <a:prstGeom prst="roundRect">
            <a:avLst>
              <a:gd name="adj" fmla="val 6000"/>
            </a:avLst>
          </a:prstGeom>
          <a:solidFill>
            <a:srgbClr val="EEF3F5"/>
          </a:solidFill>
          <a:ln/>
        </p:spPr>
        <p:txBody>
          <a:bodyPr/>
          <a:lstStyle/>
          <a:p>
            <a:endParaRPr lang="ko-KR" altLang="en-US"/>
          </a:p>
        </p:txBody>
      </p:sp>
      <p:sp>
        <p:nvSpPr>
          <p:cNvPr id="9" name="Text 7"/>
          <p:cNvSpPr/>
          <p:nvPr/>
        </p:nvSpPr>
        <p:spPr>
          <a:xfrm>
            <a:off x="2583180" y="1417320"/>
            <a:ext cx="1874520" cy="365760"/>
          </a:xfrm>
          <a:prstGeom prst="rect">
            <a:avLst/>
          </a:prstGeom>
          <a:noFill/>
          <a:ln/>
        </p:spPr>
        <p:txBody>
          <a:bodyPr wrap="square" lIns="0" tIns="0" rIns="0" bIns="0" rtlCol="0" anchor="ctr"/>
          <a:lstStyle/>
          <a:p>
            <a:pPr marL="0" indent="0" algn="ctr">
              <a:buNone/>
            </a:pPr>
            <a:r>
              <a:rPr lang="en-US" sz="1400" b="1" dirty="0">
                <a:solidFill>
                  <a:srgbClr val="1E2A38"/>
                </a:solidFill>
                <a:latin typeface="Calibri" pitchFamily="34" charset="0"/>
                <a:ea typeface="Calibri" pitchFamily="34" charset="-122"/>
                <a:cs typeface="Calibri" pitchFamily="34" charset="-120"/>
              </a:rPr>
              <a:t>문태주</a:t>
            </a:r>
            <a:endParaRPr lang="en-US" sz="1400" dirty="0"/>
          </a:p>
        </p:txBody>
      </p:sp>
      <p:sp>
        <p:nvSpPr>
          <p:cNvPr id="10" name="Text 8"/>
          <p:cNvSpPr/>
          <p:nvPr/>
        </p:nvSpPr>
        <p:spPr>
          <a:xfrm>
            <a:off x="2583180" y="1783080"/>
            <a:ext cx="1874520" cy="365760"/>
          </a:xfrm>
          <a:prstGeom prst="rect">
            <a:avLst/>
          </a:prstGeom>
          <a:noFill/>
          <a:ln/>
        </p:spPr>
        <p:txBody>
          <a:bodyPr wrap="square" lIns="0" tIns="0" rIns="0" bIns="0" rtlCol="0" anchor="ctr"/>
          <a:lstStyle/>
          <a:p>
            <a:pPr marL="0" indent="0" algn="ctr">
              <a:buNone/>
            </a:pPr>
            <a:r>
              <a:rPr lang="en-US" sz="1150" dirty="0">
                <a:solidFill>
                  <a:srgbClr val="0E8F8F"/>
                </a:solidFill>
                <a:latin typeface="Calibri" pitchFamily="34" charset="0"/>
                <a:ea typeface="Calibri" pitchFamily="34" charset="-122"/>
                <a:cs typeface="Calibri" pitchFamily="34" charset="-120"/>
              </a:rPr>
              <a:t>프론트엔드</a:t>
            </a:r>
            <a:endParaRPr lang="en-US" sz="1150" dirty="0"/>
          </a:p>
        </p:txBody>
      </p:sp>
      <p:sp>
        <p:nvSpPr>
          <p:cNvPr id="11" name="Shape 9"/>
          <p:cNvSpPr/>
          <p:nvPr/>
        </p:nvSpPr>
        <p:spPr>
          <a:xfrm>
            <a:off x="4617720" y="1325880"/>
            <a:ext cx="1874520" cy="914400"/>
          </a:xfrm>
          <a:prstGeom prst="roundRect">
            <a:avLst>
              <a:gd name="adj" fmla="val 6000"/>
            </a:avLst>
          </a:prstGeom>
          <a:solidFill>
            <a:srgbClr val="EEF3F5"/>
          </a:solidFill>
          <a:ln/>
        </p:spPr>
        <p:txBody>
          <a:bodyPr/>
          <a:lstStyle/>
          <a:p>
            <a:endParaRPr lang="ko-KR" altLang="en-US"/>
          </a:p>
        </p:txBody>
      </p:sp>
      <p:sp>
        <p:nvSpPr>
          <p:cNvPr id="12" name="Text 10"/>
          <p:cNvSpPr/>
          <p:nvPr/>
        </p:nvSpPr>
        <p:spPr>
          <a:xfrm>
            <a:off x="4617720" y="1417320"/>
            <a:ext cx="1874520" cy="365760"/>
          </a:xfrm>
          <a:prstGeom prst="rect">
            <a:avLst/>
          </a:prstGeom>
          <a:noFill/>
          <a:ln/>
        </p:spPr>
        <p:txBody>
          <a:bodyPr wrap="square" lIns="0" tIns="0" rIns="0" bIns="0" rtlCol="0" anchor="ctr"/>
          <a:lstStyle/>
          <a:p>
            <a:pPr marL="0" indent="0" algn="ctr">
              <a:buNone/>
            </a:pPr>
            <a:r>
              <a:rPr lang="en-US" sz="1400" b="1" dirty="0">
                <a:solidFill>
                  <a:srgbClr val="1E2A38"/>
                </a:solidFill>
                <a:latin typeface="Calibri" pitchFamily="34" charset="0"/>
                <a:ea typeface="Calibri" pitchFamily="34" charset="-122"/>
                <a:cs typeface="Calibri" pitchFamily="34" charset="-120"/>
              </a:rPr>
              <a:t>두윤기</a:t>
            </a:r>
            <a:endParaRPr lang="en-US" sz="1400" dirty="0"/>
          </a:p>
        </p:txBody>
      </p:sp>
      <p:sp>
        <p:nvSpPr>
          <p:cNvPr id="13" name="Text 11"/>
          <p:cNvSpPr/>
          <p:nvPr/>
        </p:nvSpPr>
        <p:spPr>
          <a:xfrm>
            <a:off x="4617720" y="1783080"/>
            <a:ext cx="1874520" cy="365760"/>
          </a:xfrm>
          <a:prstGeom prst="rect">
            <a:avLst/>
          </a:prstGeom>
          <a:noFill/>
          <a:ln/>
        </p:spPr>
        <p:txBody>
          <a:bodyPr wrap="square" lIns="0" tIns="0" rIns="0" bIns="0" rtlCol="0" anchor="ctr"/>
          <a:lstStyle/>
          <a:p>
            <a:pPr marL="0" indent="0" algn="ctr">
              <a:buNone/>
            </a:pPr>
            <a:r>
              <a:rPr lang="en-US" sz="1150" dirty="0">
                <a:solidFill>
                  <a:srgbClr val="0E8F8F"/>
                </a:solidFill>
                <a:latin typeface="Calibri" pitchFamily="34" charset="0"/>
                <a:ea typeface="Calibri" pitchFamily="34" charset="-122"/>
                <a:cs typeface="Calibri" pitchFamily="34" charset="-120"/>
              </a:rPr>
              <a:t>백엔드</a:t>
            </a:r>
            <a:endParaRPr lang="en-US" sz="1150" dirty="0"/>
          </a:p>
        </p:txBody>
      </p:sp>
      <p:sp>
        <p:nvSpPr>
          <p:cNvPr id="14" name="Shape 12"/>
          <p:cNvSpPr/>
          <p:nvPr/>
        </p:nvSpPr>
        <p:spPr>
          <a:xfrm>
            <a:off x="6652260" y="1325880"/>
            <a:ext cx="1874520" cy="914400"/>
          </a:xfrm>
          <a:prstGeom prst="roundRect">
            <a:avLst>
              <a:gd name="adj" fmla="val 6000"/>
            </a:avLst>
          </a:prstGeom>
          <a:solidFill>
            <a:srgbClr val="EEF3F5"/>
          </a:solidFill>
          <a:ln/>
        </p:spPr>
        <p:txBody>
          <a:bodyPr/>
          <a:lstStyle/>
          <a:p>
            <a:endParaRPr lang="ko-KR" altLang="en-US"/>
          </a:p>
        </p:txBody>
      </p:sp>
      <p:sp>
        <p:nvSpPr>
          <p:cNvPr id="15" name="Text 13"/>
          <p:cNvSpPr/>
          <p:nvPr/>
        </p:nvSpPr>
        <p:spPr>
          <a:xfrm>
            <a:off x="6652260" y="1417320"/>
            <a:ext cx="1874520" cy="365760"/>
          </a:xfrm>
          <a:prstGeom prst="rect">
            <a:avLst/>
          </a:prstGeom>
          <a:noFill/>
          <a:ln/>
        </p:spPr>
        <p:txBody>
          <a:bodyPr wrap="square" lIns="0" tIns="0" rIns="0" bIns="0" rtlCol="0" anchor="ctr"/>
          <a:lstStyle/>
          <a:p>
            <a:pPr marL="0" indent="0" algn="ctr">
              <a:buNone/>
            </a:pPr>
            <a:r>
              <a:rPr lang="ko-KR" altLang="en-US" sz="1400" b="1" dirty="0"/>
              <a:t>서영호</a:t>
            </a:r>
            <a:endParaRPr lang="en-US" sz="1400" b="1" dirty="0"/>
          </a:p>
        </p:txBody>
      </p:sp>
      <p:sp>
        <p:nvSpPr>
          <p:cNvPr id="16" name="Text 14"/>
          <p:cNvSpPr/>
          <p:nvPr/>
        </p:nvSpPr>
        <p:spPr>
          <a:xfrm>
            <a:off x="6652260" y="1783080"/>
            <a:ext cx="1874520" cy="365760"/>
          </a:xfrm>
          <a:prstGeom prst="rect">
            <a:avLst/>
          </a:prstGeom>
          <a:noFill/>
          <a:ln/>
        </p:spPr>
        <p:txBody>
          <a:bodyPr wrap="square" lIns="0" tIns="0" rIns="0" bIns="0" rtlCol="0" anchor="ctr"/>
          <a:lstStyle/>
          <a:p>
            <a:pPr marL="0" indent="0" algn="ctr">
              <a:buNone/>
            </a:pPr>
            <a:r>
              <a:rPr lang="en-US" sz="1150" dirty="0">
                <a:solidFill>
                  <a:srgbClr val="0E8F8F"/>
                </a:solidFill>
                <a:latin typeface="Calibri" pitchFamily="34" charset="0"/>
                <a:ea typeface="Calibri" pitchFamily="34" charset="-122"/>
                <a:cs typeface="Calibri" pitchFamily="34" charset="-120"/>
              </a:rPr>
              <a:t>팀장 · 문서 · 조율</a:t>
            </a:r>
            <a:endParaRPr lang="en-US" sz="1150" dirty="0"/>
          </a:p>
        </p:txBody>
      </p:sp>
      <p:sp>
        <p:nvSpPr>
          <p:cNvPr id="19" name="Text 17"/>
          <p:cNvSpPr/>
          <p:nvPr/>
        </p:nvSpPr>
        <p:spPr>
          <a:xfrm>
            <a:off x="480060" y="4366260"/>
            <a:ext cx="8046720" cy="365760"/>
          </a:xfrm>
          <a:prstGeom prst="rect">
            <a:avLst/>
          </a:prstGeom>
          <a:noFill/>
          <a:ln/>
        </p:spPr>
        <p:txBody>
          <a:bodyPr wrap="square" rtlCol="0" anchor="ctr"/>
          <a:lstStyle/>
          <a:p>
            <a:pPr marL="0" indent="0">
              <a:buNone/>
            </a:pPr>
            <a:r>
              <a:rPr lang="en-US" sz="1100" dirty="0">
                <a:solidFill>
                  <a:srgbClr val="5B6B7B"/>
                </a:solidFill>
                <a:latin typeface="Calibri" pitchFamily="34" charset="0"/>
                <a:ea typeface="Calibri" pitchFamily="34" charset="-122"/>
                <a:cs typeface="Calibri" pitchFamily="34" charset="-120"/>
              </a:rPr>
              <a:t>도구: Next.js · NestJS · PostgreSQL · OpenAI API · @opendataloader/pdf · GitHub · draw.io</a:t>
            </a:r>
            <a:endParaRPr lang="en-US" sz="1100" dirty="0"/>
          </a:p>
        </p:txBody>
      </p:sp>
      <p:sp>
        <p:nvSpPr>
          <p:cNvPr id="20" name="Text 18"/>
          <p:cNvSpPr/>
          <p:nvPr/>
        </p:nvSpPr>
        <p:spPr>
          <a:xfrm>
            <a:off x="8321040" y="4736592"/>
            <a:ext cx="640080" cy="274320"/>
          </a:xfrm>
          <a:prstGeom prst="rect">
            <a:avLst/>
          </a:prstGeom>
          <a:noFill/>
          <a:ln/>
        </p:spPr>
        <p:txBody>
          <a:bodyPr wrap="square"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11</a:t>
            </a:r>
            <a:endParaRPr lang="en-US" sz="1000" dirty="0"/>
          </a:p>
        </p:txBody>
      </p:sp>
      <p:graphicFrame>
        <p:nvGraphicFramePr>
          <p:cNvPr id="22" name="표 21">
            <a:extLst>
              <a:ext uri="{FF2B5EF4-FFF2-40B4-BE49-F238E27FC236}">
                <a16:creationId xmlns:a16="http://schemas.microsoft.com/office/drawing/2014/main" id="{46D6A5B7-7A4D-AFF7-F51F-BFFE9D104771}"/>
              </a:ext>
            </a:extLst>
          </p:cNvPr>
          <p:cNvGraphicFramePr>
            <a:graphicFrameLocks noGrp="1"/>
          </p:cNvGraphicFramePr>
          <p:nvPr>
            <p:extLst>
              <p:ext uri="{D42A27DB-BD31-4B8C-83A1-F6EECF244321}">
                <p14:modId xmlns:p14="http://schemas.microsoft.com/office/powerpoint/2010/main" val="1249545875"/>
              </p:ext>
            </p:extLst>
          </p:nvPr>
        </p:nvGraphicFramePr>
        <p:xfrm>
          <a:off x="1036567" y="2547991"/>
          <a:ext cx="6933706" cy="1624860"/>
        </p:xfrm>
        <a:graphic>
          <a:graphicData uri="http://schemas.openxmlformats.org/drawingml/2006/table">
            <a:tbl>
              <a:tblPr/>
              <a:tblGrid>
                <a:gridCol w="1926707">
                  <a:extLst>
                    <a:ext uri="{9D8B030D-6E8A-4147-A177-3AD203B41FA5}">
                      <a16:colId xmlns:a16="http://schemas.microsoft.com/office/drawing/2014/main" val="2899972566"/>
                    </a:ext>
                  </a:extLst>
                </a:gridCol>
                <a:gridCol w="443605">
                  <a:extLst>
                    <a:ext uri="{9D8B030D-6E8A-4147-A177-3AD203B41FA5}">
                      <a16:colId xmlns:a16="http://schemas.microsoft.com/office/drawing/2014/main" val="362999775"/>
                    </a:ext>
                  </a:extLst>
                </a:gridCol>
                <a:gridCol w="443605">
                  <a:extLst>
                    <a:ext uri="{9D8B030D-6E8A-4147-A177-3AD203B41FA5}">
                      <a16:colId xmlns:a16="http://schemas.microsoft.com/office/drawing/2014/main" val="279103466"/>
                    </a:ext>
                  </a:extLst>
                </a:gridCol>
                <a:gridCol w="443605">
                  <a:extLst>
                    <a:ext uri="{9D8B030D-6E8A-4147-A177-3AD203B41FA5}">
                      <a16:colId xmlns:a16="http://schemas.microsoft.com/office/drawing/2014/main" val="2806327221"/>
                    </a:ext>
                  </a:extLst>
                </a:gridCol>
                <a:gridCol w="443605">
                  <a:extLst>
                    <a:ext uri="{9D8B030D-6E8A-4147-A177-3AD203B41FA5}">
                      <a16:colId xmlns:a16="http://schemas.microsoft.com/office/drawing/2014/main" val="2823458293"/>
                    </a:ext>
                  </a:extLst>
                </a:gridCol>
                <a:gridCol w="443605">
                  <a:extLst>
                    <a:ext uri="{9D8B030D-6E8A-4147-A177-3AD203B41FA5}">
                      <a16:colId xmlns:a16="http://schemas.microsoft.com/office/drawing/2014/main" val="1992640426"/>
                    </a:ext>
                  </a:extLst>
                </a:gridCol>
                <a:gridCol w="464829">
                  <a:extLst>
                    <a:ext uri="{9D8B030D-6E8A-4147-A177-3AD203B41FA5}">
                      <a16:colId xmlns:a16="http://schemas.microsoft.com/office/drawing/2014/main" val="464028636"/>
                    </a:ext>
                  </a:extLst>
                </a:gridCol>
                <a:gridCol w="464829">
                  <a:extLst>
                    <a:ext uri="{9D8B030D-6E8A-4147-A177-3AD203B41FA5}">
                      <a16:colId xmlns:a16="http://schemas.microsoft.com/office/drawing/2014/main" val="845220112"/>
                    </a:ext>
                  </a:extLst>
                </a:gridCol>
                <a:gridCol w="464829">
                  <a:extLst>
                    <a:ext uri="{9D8B030D-6E8A-4147-A177-3AD203B41FA5}">
                      <a16:colId xmlns:a16="http://schemas.microsoft.com/office/drawing/2014/main" val="1310790445"/>
                    </a:ext>
                  </a:extLst>
                </a:gridCol>
                <a:gridCol w="464829">
                  <a:extLst>
                    <a:ext uri="{9D8B030D-6E8A-4147-A177-3AD203B41FA5}">
                      <a16:colId xmlns:a16="http://schemas.microsoft.com/office/drawing/2014/main" val="3999293034"/>
                    </a:ext>
                  </a:extLst>
                </a:gridCol>
                <a:gridCol w="464829">
                  <a:extLst>
                    <a:ext uri="{9D8B030D-6E8A-4147-A177-3AD203B41FA5}">
                      <a16:colId xmlns:a16="http://schemas.microsoft.com/office/drawing/2014/main" val="4183546957"/>
                    </a:ext>
                  </a:extLst>
                </a:gridCol>
                <a:gridCol w="464829">
                  <a:extLst>
                    <a:ext uri="{9D8B030D-6E8A-4147-A177-3AD203B41FA5}">
                      <a16:colId xmlns:a16="http://schemas.microsoft.com/office/drawing/2014/main" val="403956771"/>
                    </a:ext>
                  </a:extLst>
                </a:gridCol>
              </a:tblGrid>
              <a:tr h="270810">
                <a:tc>
                  <a:txBody>
                    <a:bodyPr/>
                    <a:lstStyle/>
                    <a:p>
                      <a:pPr algn="ctr" fontAlgn="ctr">
                        <a:buNone/>
                      </a:pPr>
                      <a:r>
                        <a:rPr lang="en-US" sz="1100" b="0" i="0" u="none" strike="noStrike" dirty="0">
                          <a:solidFill>
                            <a:schemeClr val="bg1"/>
                          </a:solidFill>
                          <a:effectLst/>
                          <a:latin typeface="맑은 고딕" panose="020B0503020000020004" pitchFamily="34" charset="-127"/>
                          <a:ea typeface="맑은 고딕" panose="020B0503020000020004" pitchFamily="34" charset="-127"/>
                        </a:rPr>
                        <a:t>week</a:t>
                      </a:r>
                      <a:endParaRPr lang="en-US" altLang="ko-KR" sz="1800" b="0" i="0" u="none" strike="noStrike" dirty="0">
                        <a:solidFill>
                          <a:schemeClr val="bg1"/>
                        </a:solidFill>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5</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6</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7</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8</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9</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10</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11</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12</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13</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14</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ctr">
                        <a:buNone/>
                      </a:pPr>
                      <a:r>
                        <a:rPr lang="en-US" sz="1400" b="0" i="0" u="none" strike="noStrike" dirty="0">
                          <a:solidFill>
                            <a:schemeClr val="bg1"/>
                          </a:solidFill>
                          <a:effectLst/>
                          <a:latin typeface="맑은 고딕" panose="020B0503020000020004" pitchFamily="34" charset="-127"/>
                          <a:ea typeface="맑은 고딕" panose="020B0503020000020004" pitchFamily="34" charset="-127"/>
                        </a:rPr>
                        <a:t>15</a:t>
                      </a:r>
                      <a:endParaRPr lang="en-US" altLang="ko-KR" sz="2400" b="0" i="0" u="none" strike="noStrike" dirty="0">
                        <a:solidFill>
                          <a:schemeClr val="bg1"/>
                        </a:solidFill>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761461211"/>
                  </a:ext>
                </a:extLst>
              </a:tr>
              <a:tr h="270810">
                <a:tc>
                  <a:txBody>
                    <a:bodyPr/>
                    <a:lstStyle/>
                    <a:p>
                      <a:pPr algn="ctr" fontAlgn="ctr">
                        <a:buNone/>
                      </a:pPr>
                      <a:r>
                        <a:rPr lang="en-US" sz="1100" b="0" i="0" u="none" strike="noStrike" dirty="0">
                          <a:solidFill>
                            <a:srgbClr val="000000"/>
                          </a:solidFill>
                          <a:effectLst/>
                          <a:latin typeface="맑은 고딕" panose="020B0503020000020004" pitchFamily="34" charset="-127"/>
                          <a:ea typeface="맑은 고딕" panose="020B0503020000020004" pitchFamily="34" charset="-127"/>
                        </a:rPr>
                        <a:t>Backend</a:t>
                      </a:r>
                      <a:endParaRPr lang="en-US" altLang="ko-KR" sz="1800" b="0" i="0" u="none" strike="noStrike" dirty="0">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dirty="0">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dirty="0">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dirty="0">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dirty="0">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dirty="0">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dirty="0">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0919570"/>
                  </a:ext>
                </a:extLst>
              </a:tr>
              <a:tr h="270810">
                <a:tc>
                  <a:txBody>
                    <a:bodyPr/>
                    <a:lstStyle/>
                    <a:p>
                      <a:pPr algn="ctr" fontAlgn="ctr">
                        <a:buNone/>
                      </a:pPr>
                      <a:r>
                        <a:rPr lang="en-US" sz="1100" b="0" i="0" u="none" strike="noStrike" dirty="0">
                          <a:solidFill>
                            <a:srgbClr val="000000"/>
                          </a:solidFill>
                          <a:effectLst/>
                          <a:latin typeface="맑은 고딕" panose="020B0503020000020004" pitchFamily="34" charset="-127"/>
                          <a:ea typeface="맑은 고딕" panose="020B0503020000020004" pitchFamily="34" charset="-127"/>
                        </a:rPr>
                        <a:t>Frontend</a:t>
                      </a:r>
                      <a:endParaRPr lang="en-US" altLang="ko-KR" sz="1800" b="0" i="0" u="none" strike="noStrike" dirty="0">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2498233"/>
                  </a:ext>
                </a:extLst>
              </a:tr>
              <a:tr h="270810">
                <a:tc>
                  <a:txBody>
                    <a:bodyPr/>
                    <a:lstStyle/>
                    <a:p>
                      <a:pPr algn="ctr" fontAlgn="ctr">
                        <a:buNone/>
                      </a:pPr>
                      <a:r>
                        <a:rPr lang="en-US" sz="1100" b="0" i="0" u="none" strike="noStrike" dirty="0">
                          <a:solidFill>
                            <a:srgbClr val="000000"/>
                          </a:solidFill>
                          <a:effectLst/>
                          <a:latin typeface="맑은 고딕" panose="020B0503020000020004" pitchFamily="34" charset="-127"/>
                          <a:ea typeface="맑은 고딕" panose="020B0503020000020004" pitchFamily="34" charset="-127"/>
                        </a:rPr>
                        <a:t>Integration</a:t>
                      </a:r>
                      <a:endParaRPr lang="en-US" altLang="ko-KR" sz="1800" b="0" i="0" u="none" strike="noStrike" dirty="0">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FF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04861"/>
                    </a:solidFill>
                  </a:tcPr>
                </a:tc>
                <a:tc>
                  <a:txBody>
                    <a:bodyPr/>
                    <a:lstStyle/>
                    <a:p>
                      <a:pPr algn="l" fontAlgn="ctr">
                        <a:buNone/>
                      </a:pPr>
                      <a:r>
                        <a:rPr lang="ko-KR" altLang="en-US" sz="1400" b="0" i="0" u="none" strike="noStrike">
                          <a:solidFill>
                            <a:srgbClr val="FF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0486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5348198"/>
                  </a:ext>
                </a:extLst>
              </a:tr>
              <a:tr h="270810">
                <a:tc>
                  <a:txBody>
                    <a:bodyPr/>
                    <a:lstStyle/>
                    <a:p>
                      <a:pPr algn="ctr" fontAlgn="ctr">
                        <a:buNone/>
                      </a:pPr>
                      <a:r>
                        <a:rPr lang="en-US" sz="1100" b="0" i="0" u="none" strike="noStrike" dirty="0">
                          <a:solidFill>
                            <a:srgbClr val="000000"/>
                          </a:solidFill>
                          <a:effectLst/>
                          <a:latin typeface="맑은 고딕" panose="020B0503020000020004" pitchFamily="34" charset="-127"/>
                          <a:ea typeface="맑은 고딕" panose="020B0503020000020004" pitchFamily="34" charset="-127"/>
                        </a:rPr>
                        <a:t>Testing</a:t>
                      </a:r>
                      <a:endParaRPr lang="en-US" altLang="ko-KR" sz="1800" b="0" i="0" u="none" strike="noStrike" dirty="0">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FF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04861"/>
                    </a:solidFill>
                  </a:tcPr>
                </a:tc>
                <a:tc>
                  <a:txBody>
                    <a:bodyPr/>
                    <a:lstStyle/>
                    <a:p>
                      <a:pPr algn="l" fontAlgn="ctr">
                        <a:buNone/>
                      </a:pPr>
                      <a:r>
                        <a:rPr lang="ko-KR" altLang="en-US" sz="1400" b="0" i="0" u="none" strike="noStrike">
                          <a:solidFill>
                            <a:srgbClr val="FF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04861"/>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3149204"/>
                  </a:ext>
                </a:extLst>
              </a:tr>
              <a:tr h="270810">
                <a:tc>
                  <a:txBody>
                    <a:bodyPr/>
                    <a:lstStyle/>
                    <a:p>
                      <a:pPr algn="ctr" fontAlgn="ctr">
                        <a:buNone/>
                      </a:pPr>
                      <a:r>
                        <a:rPr lang="ko-KR" altLang="en-US" sz="1100" b="0" i="0" u="none" strike="noStrike" dirty="0">
                          <a:solidFill>
                            <a:srgbClr val="000000"/>
                          </a:solidFill>
                          <a:effectLst/>
                          <a:latin typeface="맑은 고딕" panose="020B0503020000020004" pitchFamily="34" charset="-127"/>
                          <a:ea typeface="맑은 고딕" panose="020B0503020000020004" pitchFamily="34" charset="-127"/>
                        </a:rPr>
                        <a:t>발표</a:t>
                      </a:r>
                      <a:endParaRPr lang="ko-KR" altLang="en-US" sz="1800" b="0" i="0" u="none" strike="noStrike" dirty="0">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ko-KR" altLang="en-US" sz="1400" b="0" i="0" u="none" strike="noStrike" dirty="0">
                          <a:solidFill>
                            <a:srgbClr val="000000"/>
                          </a:solidFill>
                          <a:effectLst/>
                          <a:latin typeface="맑은 고딕" panose="020B0503020000020004" pitchFamily="34" charset="-127"/>
                          <a:ea typeface="맑은 고딕" panose="020B0503020000020004" pitchFamily="34" charset="-127"/>
                        </a:rPr>
                        <a:t>　</a:t>
                      </a:r>
                      <a:endParaRPr lang="ko-KR" altLang="en-US" sz="2400" b="0" i="0" u="none" strike="noStrike" dirty="0">
                        <a:effectLst/>
                        <a:latin typeface="Arial" panose="020B0604020202020204" pitchFamily="34" charset="0"/>
                      </a:endParaRPr>
                    </a:p>
                  </a:txBody>
                  <a:tcPr marL="21546" marR="21546" marT="2154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04861"/>
                    </a:solidFill>
                  </a:tcPr>
                </a:tc>
                <a:extLst>
                  <a:ext uri="{0D108BD9-81ED-4DB2-BD59-A6C34878D82A}">
                    <a16:rowId xmlns:a16="http://schemas.microsoft.com/office/drawing/2014/main" val="27149169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2243B"/>
        </a:solidFill>
        <a:effectLst/>
      </p:bgPr>
    </p:bg>
    <p:spTree>
      <p:nvGrpSpPr>
        <p:cNvPr id="1" name=""/>
        <p:cNvGrpSpPr/>
        <p:nvPr/>
      </p:nvGrpSpPr>
      <p:grpSpPr>
        <a:xfrm>
          <a:off x="0" y="0"/>
          <a:ext cx="0" cy="0"/>
          <a:chOff x="0" y="0"/>
          <a:chExt cx="0" cy="0"/>
        </a:xfrm>
      </p:grpSpPr>
      <p:sp>
        <p:nvSpPr>
          <p:cNvPr id="2" name="Shape 0"/>
          <p:cNvSpPr/>
          <p:nvPr/>
        </p:nvSpPr>
        <p:spPr>
          <a:xfrm>
            <a:off x="822960" y="1828800"/>
            <a:ext cx="822960" cy="109728"/>
          </a:xfrm>
          <a:prstGeom prst="rect">
            <a:avLst/>
          </a:prstGeom>
          <a:solidFill>
            <a:srgbClr val="12B5A6"/>
          </a:solidFill>
          <a:ln/>
        </p:spPr>
        <p:txBody>
          <a:bodyPr/>
          <a:lstStyle/>
          <a:p>
            <a:endParaRPr lang="ko-KR" altLang="en-US"/>
          </a:p>
        </p:txBody>
      </p:sp>
      <p:sp>
        <p:nvSpPr>
          <p:cNvPr id="3" name="Text 1"/>
          <p:cNvSpPr/>
          <p:nvPr/>
        </p:nvSpPr>
        <p:spPr>
          <a:xfrm>
            <a:off x="777240" y="1965960"/>
            <a:ext cx="7772400" cy="91440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감사합니다</a:t>
            </a:r>
            <a:endParaRPr lang="en-US" sz="4400" dirty="0"/>
          </a:p>
        </p:txBody>
      </p:sp>
      <p:sp>
        <p:nvSpPr>
          <p:cNvPr id="4" name="Text 2"/>
          <p:cNvSpPr/>
          <p:nvPr/>
        </p:nvSpPr>
        <p:spPr>
          <a:xfrm>
            <a:off x="822960" y="2971800"/>
            <a:ext cx="7772400" cy="548640"/>
          </a:xfrm>
          <a:prstGeom prst="rect">
            <a:avLst/>
          </a:prstGeom>
          <a:noFill/>
          <a:ln/>
        </p:spPr>
        <p:txBody>
          <a:bodyPr wrap="square" rtlCol="0" anchor="ctr"/>
          <a:lstStyle/>
          <a:p>
            <a:pPr marL="0" indent="0">
              <a:buNone/>
            </a:pPr>
            <a:r>
              <a:rPr lang="en-US" sz="2200" dirty="0">
                <a:solidFill>
                  <a:srgbClr val="CFE6E4"/>
                </a:solidFill>
                <a:latin typeface="Calibri" pitchFamily="34" charset="0"/>
                <a:ea typeface="Calibri" pitchFamily="34" charset="-122"/>
                <a:cs typeface="Calibri" pitchFamily="34" charset="-120"/>
              </a:rPr>
              <a:t>Q &amp; A</a:t>
            </a:r>
            <a:endParaRPr lang="en-US" sz="2200" dirty="0"/>
          </a:p>
        </p:txBody>
      </p:sp>
      <p:sp>
        <p:nvSpPr>
          <p:cNvPr id="5" name="Text 3"/>
          <p:cNvSpPr/>
          <p:nvPr/>
        </p:nvSpPr>
        <p:spPr>
          <a:xfrm>
            <a:off x="822960" y="4206240"/>
            <a:ext cx="7772400" cy="365760"/>
          </a:xfrm>
          <a:prstGeom prst="rect">
            <a:avLst/>
          </a:prstGeom>
          <a:noFill/>
          <a:ln/>
        </p:spPr>
        <p:txBody>
          <a:bodyPr wrap="square" rtlCol="0" anchor="ctr"/>
          <a:lstStyle/>
          <a:p>
            <a:pPr marL="0" indent="0">
              <a:buNone/>
            </a:pPr>
            <a:r>
              <a:rPr lang="en-US" sz="1300" dirty="0">
                <a:solidFill>
                  <a:srgbClr val="7E94A2"/>
                </a:solidFill>
                <a:latin typeface="Calibri" pitchFamily="34" charset="0"/>
                <a:ea typeface="Calibri" pitchFamily="34" charset="-122"/>
                <a:cs typeface="Calibri" pitchFamily="34" charset="-120"/>
              </a:rPr>
              <a:t>SudoCampus · Team 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TotalTime>
  <Words>1092</Words>
  <Application>Microsoft Office PowerPoint</Application>
  <PresentationFormat>화면 슬라이드 쇼(16:9)</PresentationFormat>
  <Paragraphs>306</Paragraphs>
  <Slides>18</Slides>
  <Notes>18</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18</vt:i4>
      </vt:variant>
    </vt:vector>
  </HeadingPairs>
  <TitlesOfParts>
    <vt:vector size="25" baseType="lpstr">
      <vt:lpstr>Pretendard Medium</vt:lpstr>
      <vt:lpstr>맑은 고딕</vt:lpstr>
      <vt:lpstr>Arial</vt:lpstr>
      <vt:lpstr>Calibri</vt:lpstr>
      <vt:lpstr>Segoe UI</vt:lpstr>
      <vt:lpstr>Trebuchet MS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SudoCampus</dc:title>
  <dc:subject>.</dc:subject>
  <dc:creator>서영호</dc:creator>
  <cp:keywords>1</cp:keywords>
  <cp:lastModifiedBy>서영호</cp:lastModifiedBy>
  <cp:revision>18</cp:revision>
  <dcterms:created xsi:type="dcterms:W3CDTF">2026-06-08T13:24:30Z</dcterms:created>
  <dcterms:modified xsi:type="dcterms:W3CDTF">2026-06-11T21:10:15Z</dcterms:modified>
</cp:coreProperties>
</file>